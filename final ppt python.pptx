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3" r:id="rId3"/>
    <p:sldId id="257" r:id="rId4"/>
    <p:sldId id="274" r:id="rId5"/>
    <p:sldId id="259" r:id="rId6"/>
    <p:sldId id="258" r:id="rId7"/>
    <p:sldId id="260" r:id="rId8"/>
    <p:sldId id="261" r:id="rId9"/>
    <p:sldId id="275" r:id="rId10"/>
    <p:sldId id="276" r:id="rId11"/>
    <p:sldId id="263" r:id="rId12"/>
    <p:sldId id="269" r:id="rId13"/>
    <p:sldId id="271" r:id="rId14"/>
    <p:sldId id="278" r:id="rId15"/>
    <p:sldId id="277" r:id="rId16"/>
    <p:sldId id="268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27FD7AF-F2CE-4AC3-B451-7024B35C2500}" v="27" dt="2026-06-25T06:19:51.01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572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ejaswi K" userId="6f7b8de0af5bd69d" providerId="LiveId" clId="{B7395231-FE89-442B-870F-FF8CE07FA4E7}"/>
    <pc:docChg chg="undo custSel addSld delSld modSld sldOrd">
      <pc:chgData name="Tejaswi K" userId="6f7b8de0af5bd69d" providerId="LiveId" clId="{B7395231-FE89-442B-870F-FF8CE07FA4E7}" dt="2026-06-25T06:20:42.328" v="372" actId="1076"/>
      <pc:docMkLst>
        <pc:docMk/>
      </pc:docMkLst>
      <pc:sldChg chg="modSp mod">
        <pc:chgData name="Tejaswi K" userId="6f7b8de0af5bd69d" providerId="LiveId" clId="{B7395231-FE89-442B-870F-FF8CE07FA4E7}" dt="2026-06-23T08:13:15.474" v="57" actId="2711"/>
        <pc:sldMkLst>
          <pc:docMk/>
          <pc:sldMk cId="475335097" sldId="256"/>
        </pc:sldMkLst>
        <pc:spChg chg="mod">
          <ac:chgData name="Tejaswi K" userId="6f7b8de0af5bd69d" providerId="LiveId" clId="{B7395231-FE89-442B-870F-FF8CE07FA4E7}" dt="2026-06-23T07:49:13.958" v="14" actId="20577"/>
          <ac:spMkLst>
            <pc:docMk/>
            <pc:sldMk cId="475335097" sldId="256"/>
            <ac:spMk id="2" creationId="{CABD1ED5-BC60-692C-818F-DF33DE4D360F}"/>
          </ac:spMkLst>
        </pc:spChg>
        <pc:spChg chg="mod">
          <ac:chgData name="Tejaswi K" userId="6f7b8de0af5bd69d" providerId="LiveId" clId="{B7395231-FE89-442B-870F-FF8CE07FA4E7}" dt="2026-06-23T08:13:15.474" v="57" actId="2711"/>
          <ac:spMkLst>
            <pc:docMk/>
            <pc:sldMk cId="475335097" sldId="256"/>
            <ac:spMk id="6" creationId="{A870C09D-E9E8-A372-7240-CD52FFC50186}"/>
          </ac:spMkLst>
        </pc:spChg>
      </pc:sldChg>
      <pc:sldChg chg="modSp mod">
        <pc:chgData name="Tejaswi K" userId="6f7b8de0af5bd69d" providerId="LiveId" clId="{B7395231-FE89-442B-870F-FF8CE07FA4E7}" dt="2026-06-25T03:03:33.511" v="105" actId="255"/>
        <pc:sldMkLst>
          <pc:docMk/>
          <pc:sldMk cId="345007533" sldId="257"/>
        </pc:sldMkLst>
        <pc:spChg chg="mod">
          <ac:chgData name="Tejaswi K" userId="6f7b8de0af5bd69d" providerId="LiveId" clId="{B7395231-FE89-442B-870F-FF8CE07FA4E7}" dt="2026-06-25T03:03:33.511" v="105" actId="255"/>
          <ac:spMkLst>
            <pc:docMk/>
            <pc:sldMk cId="345007533" sldId="257"/>
            <ac:spMk id="2" creationId="{A9B74EF3-B34D-E016-0105-A9E717BB9E6A}"/>
          </ac:spMkLst>
        </pc:spChg>
        <pc:spChg chg="mod">
          <ac:chgData name="Tejaswi K" userId="6f7b8de0af5bd69d" providerId="LiveId" clId="{B7395231-FE89-442B-870F-FF8CE07FA4E7}" dt="2026-06-25T03:02:01.932" v="89" actId="1076"/>
          <ac:spMkLst>
            <pc:docMk/>
            <pc:sldMk cId="345007533" sldId="257"/>
            <ac:spMk id="3" creationId="{24AC1AE9-6C4F-F2EE-8071-335D8A6FAFC6}"/>
          </ac:spMkLst>
        </pc:spChg>
      </pc:sldChg>
      <pc:sldChg chg="addSp delSp modSp mod">
        <pc:chgData name="Tejaswi K" userId="6f7b8de0af5bd69d" providerId="LiveId" clId="{B7395231-FE89-442B-870F-FF8CE07FA4E7}" dt="2026-06-25T03:04:32.626" v="116" actId="1076"/>
        <pc:sldMkLst>
          <pc:docMk/>
          <pc:sldMk cId="1270398205" sldId="258"/>
        </pc:sldMkLst>
        <pc:spChg chg="mod">
          <ac:chgData name="Tejaswi K" userId="6f7b8de0af5bd69d" providerId="LiveId" clId="{B7395231-FE89-442B-870F-FF8CE07FA4E7}" dt="2026-06-25T03:03:49.901" v="106" actId="255"/>
          <ac:spMkLst>
            <pc:docMk/>
            <pc:sldMk cId="1270398205" sldId="258"/>
            <ac:spMk id="2" creationId="{532F68DC-8D02-4DAE-69BE-A5DD92FDCBC9}"/>
          </ac:spMkLst>
        </pc:spChg>
        <pc:spChg chg="mod">
          <ac:chgData name="Tejaswi K" userId="6f7b8de0af5bd69d" providerId="LiveId" clId="{B7395231-FE89-442B-870F-FF8CE07FA4E7}" dt="2026-06-25T03:04:32.626" v="116" actId="1076"/>
          <ac:spMkLst>
            <pc:docMk/>
            <pc:sldMk cId="1270398205" sldId="258"/>
            <ac:spMk id="3" creationId="{88D57D82-88C9-A545-F26F-0603B0BF008F}"/>
          </ac:spMkLst>
        </pc:spChg>
        <pc:spChg chg="add del">
          <ac:chgData name="Tejaswi K" userId="6f7b8de0af5bd69d" providerId="LiveId" clId="{B7395231-FE89-442B-870F-FF8CE07FA4E7}" dt="2026-06-25T03:03:17.576" v="103" actId="26606"/>
          <ac:spMkLst>
            <pc:docMk/>
            <pc:sldMk cId="1270398205" sldId="258"/>
            <ac:spMk id="10" creationId="{2C61293E-6EBE-43EF-A52C-9BEBFD7679D4}"/>
          </ac:spMkLst>
        </pc:spChg>
        <pc:spChg chg="add del">
          <ac:chgData name="Tejaswi K" userId="6f7b8de0af5bd69d" providerId="LiveId" clId="{B7395231-FE89-442B-870F-FF8CE07FA4E7}" dt="2026-06-25T03:03:17.576" v="103" actId="26606"/>
          <ac:spMkLst>
            <pc:docMk/>
            <pc:sldMk cId="1270398205" sldId="258"/>
            <ac:spMk id="12" creationId="{21540236-BFD5-4A9D-8840-4703E7F76825}"/>
          </ac:spMkLst>
        </pc:spChg>
        <pc:spChg chg="add del">
          <ac:chgData name="Tejaswi K" userId="6f7b8de0af5bd69d" providerId="LiveId" clId="{B7395231-FE89-442B-870F-FF8CE07FA4E7}" dt="2026-06-25T03:03:07.503" v="98" actId="26606"/>
          <ac:spMkLst>
            <pc:docMk/>
            <pc:sldMk cId="1270398205" sldId="258"/>
            <ac:spMk id="17" creationId="{D380959B-464C-9ED8-C9EB-AB6FC997C1B8}"/>
          </ac:spMkLst>
        </pc:spChg>
        <pc:spChg chg="add del">
          <ac:chgData name="Tejaswi K" userId="6f7b8de0af5bd69d" providerId="LiveId" clId="{B7395231-FE89-442B-870F-FF8CE07FA4E7}" dt="2026-06-25T03:03:07.503" v="98" actId="26606"/>
          <ac:spMkLst>
            <pc:docMk/>
            <pc:sldMk cId="1270398205" sldId="258"/>
            <ac:spMk id="19" creationId="{06B83858-ED7D-57B6-6CAA-83168807C43C}"/>
          </ac:spMkLst>
        </pc:spChg>
        <pc:spChg chg="add del">
          <ac:chgData name="Tejaswi K" userId="6f7b8de0af5bd69d" providerId="LiveId" clId="{B7395231-FE89-442B-870F-FF8CE07FA4E7}" dt="2026-06-25T03:03:07.503" v="98" actId="26606"/>
          <ac:spMkLst>
            <pc:docMk/>
            <pc:sldMk cId="1270398205" sldId="258"/>
            <ac:spMk id="21" creationId="{FF97FFD4-A8B9-3D4D-1623-7BE467E46A6A}"/>
          </ac:spMkLst>
        </pc:spChg>
        <pc:spChg chg="add del">
          <ac:chgData name="Tejaswi K" userId="6f7b8de0af5bd69d" providerId="LiveId" clId="{B7395231-FE89-442B-870F-FF8CE07FA4E7}" dt="2026-06-25T03:03:11.057" v="100" actId="26606"/>
          <ac:spMkLst>
            <pc:docMk/>
            <pc:sldMk cId="1270398205" sldId="258"/>
            <ac:spMk id="23" creationId="{79BB35BC-D5C2-4C8B-A22A-A71E6191913B}"/>
          </ac:spMkLst>
        </pc:spChg>
        <pc:spChg chg="add del">
          <ac:chgData name="Tejaswi K" userId="6f7b8de0af5bd69d" providerId="LiveId" clId="{B7395231-FE89-442B-870F-FF8CE07FA4E7}" dt="2026-06-25T03:03:17.570" v="102" actId="26606"/>
          <ac:spMkLst>
            <pc:docMk/>
            <pc:sldMk cId="1270398205" sldId="258"/>
            <ac:spMk id="26" creationId="{DF8BC164-E230-753F-2C7E-B4EE7BA77CF1}"/>
          </ac:spMkLst>
        </pc:spChg>
        <pc:spChg chg="add">
          <ac:chgData name="Tejaswi K" userId="6f7b8de0af5bd69d" providerId="LiveId" clId="{B7395231-FE89-442B-870F-FF8CE07FA4E7}" dt="2026-06-25T03:03:17.576" v="103" actId="26606"/>
          <ac:spMkLst>
            <pc:docMk/>
            <pc:sldMk cId="1270398205" sldId="258"/>
            <ac:spMk id="28" creationId="{9F7D5CDA-D291-4307-BF55-1381FED29634}"/>
          </ac:spMkLst>
        </pc:spChg>
        <pc:picChg chg="mod ord">
          <ac:chgData name="Tejaswi K" userId="6f7b8de0af5bd69d" providerId="LiveId" clId="{B7395231-FE89-442B-870F-FF8CE07FA4E7}" dt="2026-06-25T03:04:14.172" v="111" actId="14100"/>
          <ac:picMkLst>
            <pc:docMk/>
            <pc:sldMk cId="1270398205" sldId="258"/>
            <ac:picMk id="5" creationId="{608FD3CD-BD3A-8FB8-40AA-927E089AD6AB}"/>
          </ac:picMkLst>
        </pc:picChg>
        <pc:cxnChg chg="add del">
          <ac:chgData name="Tejaswi K" userId="6f7b8de0af5bd69d" providerId="LiveId" clId="{B7395231-FE89-442B-870F-FF8CE07FA4E7}" dt="2026-06-25T03:03:17.570" v="102" actId="26606"/>
          <ac:cxnSpMkLst>
            <pc:docMk/>
            <pc:sldMk cId="1270398205" sldId="258"/>
            <ac:cxnSpMk id="25" creationId="{FC23E3B9-5ABF-58B3-E2B0-E9A5DAA90037}"/>
          </ac:cxnSpMkLst>
        </pc:cxnChg>
      </pc:sldChg>
      <pc:sldChg chg="modSp mod ord">
        <pc:chgData name="Tejaswi K" userId="6f7b8de0af5bd69d" providerId="LiveId" clId="{B7395231-FE89-442B-870F-FF8CE07FA4E7}" dt="2026-06-25T03:02:28.212" v="94" actId="1076"/>
        <pc:sldMkLst>
          <pc:docMk/>
          <pc:sldMk cId="3214391856" sldId="259"/>
        </pc:sldMkLst>
        <pc:spChg chg="mod">
          <ac:chgData name="Tejaswi K" userId="6f7b8de0af5bd69d" providerId="LiveId" clId="{B7395231-FE89-442B-870F-FF8CE07FA4E7}" dt="2026-06-25T03:02:28.212" v="94" actId="1076"/>
          <ac:spMkLst>
            <pc:docMk/>
            <pc:sldMk cId="3214391856" sldId="259"/>
            <ac:spMk id="3" creationId="{BCC53818-8E3A-2AC6-0883-FCC032E87107}"/>
          </ac:spMkLst>
        </pc:spChg>
      </pc:sldChg>
      <pc:sldChg chg="modSp mod">
        <pc:chgData name="Tejaswi K" userId="6f7b8de0af5bd69d" providerId="LiveId" clId="{B7395231-FE89-442B-870F-FF8CE07FA4E7}" dt="2026-06-25T03:04:42.612" v="117" actId="255"/>
        <pc:sldMkLst>
          <pc:docMk/>
          <pc:sldMk cId="612442509" sldId="260"/>
        </pc:sldMkLst>
        <pc:spChg chg="mod">
          <ac:chgData name="Tejaswi K" userId="6f7b8de0af5bd69d" providerId="LiveId" clId="{B7395231-FE89-442B-870F-FF8CE07FA4E7}" dt="2026-06-25T03:04:42.612" v="117" actId="255"/>
          <ac:spMkLst>
            <pc:docMk/>
            <pc:sldMk cId="612442509" sldId="260"/>
            <ac:spMk id="2" creationId="{530B9032-63AD-1BF4-A342-BA1C0FD230AF}"/>
          </ac:spMkLst>
        </pc:spChg>
      </pc:sldChg>
      <pc:sldChg chg="addSp delSp modSp mod">
        <pc:chgData name="Tejaswi K" userId="6f7b8de0af5bd69d" providerId="LiveId" clId="{B7395231-FE89-442B-870F-FF8CE07FA4E7}" dt="2026-06-25T03:43:29.236" v="188" actId="1076"/>
        <pc:sldMkLst>
          <pc:docMk/>
          <pc:sldMk cId="2687625244" sldId="261"/>
        </pc:sldMkLst>
        <pc:spChg chg="mod">
          <ac:chgData name="Tejaswi K" userId="6f7b8de0af5bd69d" providerId="LiveId" clId="{B7395231-FE89-442B-870F-FF8CE07FA4E7}" dt="2026-06-25T03:05:51.561" v="124" actId="122"/>
          <ac:spMkLst>
            <pc:docMk/>
            <pc:sldMk cId="2687625244" sldId="261"/>
            <ac:spMk id="2" creationId="{AD750010-45E1-CA28-0B5A-14D1A8C70808}"/>
          </ac:spMkLst>
        </pc:spChg>
        <pc:spChg chg="mod">
          <ac:chgData name="Tejaswi K" userId="6f7b8de0af5bd69d" providerId="LiveId" clId="{B7395231-FE89-442B-870F-FF8CE07FA4E7}" dt="2026-06-25T03:43:18.359" v="183" actId="14100"/>
          <ac:spMkLst>
            <pc:docMk/>
            <pc:sldMk cId="2687625244" sldId="261"/>
            <ac:spMk id="3" creationId="{3651902C-F2CF-9BB0-1D49-0B6E7B8438FB}"/>
          </ac:spMkLst>
        </pc:spChg>
        <pc:picChg chg="add mod">
          <ac:chgData name="Tejaswi K" userId="6f7b8de0af5bd69d" providerId="LiveId" clId="{B7395231-FE89-442B-870F-FF8CE07FA4E7}" dt="2026-06-25T03:43:29.236" v="188" actId="1076"/>
          <ac:picMkLst>
            <pc:docMk/>
            <pc:sldMk cId="2687625244" sldId="261"/>
            <ac:picMk id="4" creationId="{067CE892-520D-11CE-6686-0928225CC502}"/>
          </ac:picMkLst>
        </pc:picChg>
        <pc:picChg chg="del">
          <ac:chgData name="Tejaswi K" userId="6f7b8de0af5bd69d" providerId="LiveId" clId="{B7395231-FE89-442B-870F-FF8CE07FA4E7}" dt="2026-06-25T03:05:39.309" v="121" actId="478"/>
          <ac:picMkLst>
            <pc:docMk/>
            <pc:sldMk cId="2687625244" sldId="261"/>
            <ac:picMk id="5" creationId="{35FB96DB-35A9-5C43-FCB3-2E117A349477}"/>
          </ac:picMkLst>
        </pc:picChg>
      </pc:sldChg>
      <pc:sldChg chg="delSp modSp add del mod">
        <pc:chgData name="Tejaswi K" userId="6f7b8de0af5bd69d" providerId="LiveId" clId="{B7395231-FE89-442B-870F-FF8CE07FA4E7}" dt="2026-06-25T03:09:32.303" v="142" actId="47"/>
        <pc:sldMkLst>
          <pc:docMk/>
          <pc:sldMk cId="4063869619" sldId="262"/>
        </pc:sldMkLst>
        <pc:spChg chg="mod">
          <ac:chgData name="Tejaswi K" userId="6f7b8de0af5bd69d" providerId="LiveId" clId="{B7395231-FE89-442B-870F-FF8CE07FA4E7}" dt="2026-06-25T03:07:02.556" v="138" actId="255"/>
          <ac:spMkLst>
            <pc:docMk/>
            <pc:sldMk cId="4063869619" sldId="262"/>
            <ac:spMk id="2" creationId="{F06B9DAB-F0E2-1DB3-7987-6A64C494B1A5}"/>
          </ac:spMkLst>
        </pc:spChg>
        <pc:spChg chg="mod">
          <ac:chgData name="Tejaswi K" userId="6f7b8de0af5bd69d" providerId="LiveId" clId="{B7395231-FE89-442B-870F-FF8CE07FA4E7}" dt="2026-06-25T03:07:07.404" v="139" actId="1076"/>
          <ac:spMkLst>
            <pc:docMk/>
            <pc:sldMk cId="4063869619" sldId="262"/>
            <ac:spMk id="3" creationId="{C74BB859-0691-E05C-83A9-A0CCF966D599}"/>
          </ac:spMkLst>
        </pc:spChg>
        <pc:picChg chg="del mod">
          <ac:chgData name="Tejaswi K" userId="6f7b8de0af5bd69d" providerId="LiveId" clId="{B7395231-FE89-442B-870F-FF8CE07FA4E7}" dt="2026-06-25T03:06:52.868" v="136" actId="478"/>
          <ac:picMkLst>
            <pc:docMk/>
            <pc:sldMk cId="4063869619" sldId="262"/>
            <ac:picMk id="5" creationId="{2BD3CA7C-E9FE-EBCA-D497-A6D44589D74E}"/>
          </ac:picMkLst>
        </pc:picChg>
      </pc:sldChg>
      <pc:sldChg chg="ord">
        <pc:chgData name="Tejaswi K" userId="6f7b8de0af5bd69d" providerId="LiveId" clId="{B7395231-FE89-442B-870F-FF8CE07FA4E7}" dt="2026-06-25T03:07:25.690" v="141"/>
        <pc:sldMkLst>
          <pc:docMk/>
          <pc:sldMk cId="2942127845" sldId="263"/>
        </pc:sldMkLst>
      </pc:sldChg>
      <pc:sldChg chg="modSp del mod">
        <pc:chgData name="Tejaswi K" userId="6f7b8de0af5bd69d" providerId="LiveId" clId="{B7395231-FE89-442B-870F-FF8CE07FA4E7}" dt="2026-06-25T03:09:33.770" v="143" actId="47"/>
        <pc:sldMkLst>
          <pc:docMk/>
          <pc:sldMk cId="1822548153" sldId="266"/>
        </pc:sldMkLst>
        <pc:picChg chg="mod">
          <ac:chgData name="Tejaswi K" userId="6f7b8de0af5bd69d" providerId="LiveId" clId="{B7395231-FE89-442B-870F-FF8CE07FA4E7}" dt="2026-06-24T09:23:03.017" v="58" actId="1036"/>
          <ac:picMkLst>
            <pc:docMk/>
            <pc:sldMk cId="1822548153" sldId="266"/>
            <ac:picMk id="5" creationId="{06F2C7DD-4E41-F251-10A7-6C6C495A5228}"/>
          </ac:picMkLst>
        </pc:picChg>
      </pc:sldChg>
      <pc:sldChg chg="modSp del mod">
        <pc:chgData name="Tejaswi K" userId="6f7b8de0af5bd69d" providerId="LiveId" clId="{B7395231-FE89-442B-870F-FF8CE07FA4E7}" dt="2026-06-25T03:09:55.814" v="144" actId="47"/>
        <pc:sldMkLst>
          <pc:docMk/>
          <pc:sldMk cId="1237973936" sldId="267"/>
        </pc:sldMkLst>
      </pc:sldChg>
      <pc:sldChg chg="addSp delSp modSp new mod setBg">
        <pc:chgData name="Tejaswi K" userId="6f7b8de0af5bd69d" providerId="LiveId" clId="{B7395231-FE89-442B-870F-FF8CE07FA4E7}" dt="2026-06-25T06:17:21.470" v="351" actId="14100"/>
        <pc:sldMkLst>
          <pc:docMk/>
          <pc:sldMk cId="2461866675" sldId="269"/>
        </pc:sldMkLst>
        <pc:spChg chg="mod">
          <ac:chgData name="Tejaswi K" userId="6f7b8de0af5bd69d" providerId="LiveId" clId="{B7395231-FE89-442B-870F-FF8CE07FA4E7}" dt="2026-06-25T06:16:55.252" v="344" actId="1076"/>
          <ac:spMkLst>
            <pc:docMk/>
            <pc:sldMk cId="2461866675" sldId="269"/>
            <ac:spMk id="2" creationId="{4D908457-DAC9-5F3F-612C-EB3BCB683D38}"/>
          </ac:spMkLst>
        </pc:spChg>
        <pc:spChg chg="mod">
          <ac:chgData name="Tejaswi K" userId="6f7b8de0af5bd69d" providerId="LiveId" clId="{B7395231-FE89-442B-870F-FF8CE07FA4E7}" dt="2026-06-25T06:17:21.470" v="351" actId="14100"/>
          <ac:spMkLst>
            <pc:docMk/>
            <pc:sldMk cId="2461866675" sldId="269"/>
            <ac:spMk id="3" creationId="{CFE4BE4D-E1E4-19EC-605B-35704C5E9493}"/>
          </ac:spMkLst>
        </pc:spChg>
        <pc:spChg chg="add">
          <ac:chgData name="Tejaswi K" userId="6f7b8de0af5bd69d" providerId="LiveId" clId="{B7395231-FE89-442B-870F-FF8CE07FA4E7}" dt="2026-06-25T06:16:40.721" v="341" actId="26606"/>
          <ac:spMkLst>
            <pc:docMk/>
            <pc:sldMk cId="2461866675" sldId="269"/>
            <ac:spMk id="9" creationId="{9F7D5CDA-D291-4307-BF55-1381FED29634}"/>
          </ac:spMkLst>
        </pc:spChg>
        <pc:picChg chg="add del mod">
          <ac:chgData name="Tejaswi K" userId="6f7b8de0af5bd69d" providerId="LiveId" clId="{B7395231-FE89-442B-870F-FF8CE07FA4E7}" dt="2026-06-25T06:15:06.611" v="334" actId="931"/>
          <ac:picMkLst>
            <pc:docMk/>
            <pc:sldMk cId="2461866675" sldId="269"/>
            <ac:picMk id="5" creationId="{12D626D1-DCB6-AB58-80ED-B6347D3A6EB8}"/>
          </ac:picMkLst>
        </pc:picChg>
        <pc:picChg chg="add mod">
          <ac:chgData name="Tejaswi K" userId="6f7b8de0af5bd69d" providerId="LiveId" clId="{B7395231-FE89-442B-870F-FF8CE07FA4E7}" dt="2026-06-25T06:17:15.925" v="350" actId="14100"/>
          <ac:picMkLst>
            <pc:docMk/>
            <pc:sldMk cId="2461866675" sldId="269"/>
            <ac:picMk id="6" creationId="{7F858CA8-2EF1-F668-13AB-93EE09DC1922}"/>
          </ac:picMkLst>
        </pc:picChg>
      </pc:sldChg>
      <pc:sldChg chg="modSp new del mod">
        <pc:chgData name="Tejaswi K" userId="6f7b8de0af5bd69d" providerId="LiveId" clId="{B7395231-FE89-442B-870F-FF8CE07FA4E7}" dt="2026-06-25T03:05:08.452" v="118" actId="47"/>
        <pc:sldMkLst>
          <pc:docMk/>
          <pc:sldMk cId="3699457370" sldId="270"/>
        </pc:sldMkLst>
      </pc:sldChg>
      <pc:sldChg chg="addSp delSp modSp new add del mod setBg">
        <pc:chgData name="Tejaswi K" userId="6f7b8de0af5bd69d" providerId="LiveId" clId="{B7395231-FE89-442B-870F-FF8CE07FA4E7}" dt="2026-06-25T06:20:42.328" v="372" actId="1076"/>
        <pc:sldMkLst>
          <pc:docMk/>
          <pc:sldMk cId="726164372" sldId="271"/>
        </pc:sldMkLst>
        <pc:spChg chg="mod">
          <ac:chgData name="Tejaswi K" userId="6f7b8de0af5bd69d" providerId="LiveId" clId="{B7395231-FE89-442B-870F-FF8CE07FA4E7}" dt="2026-06-25T06:17:54.283" v="353" actId="26606"/>
          <ac:spMkLst>
            <pc:docMk/>
            <pc:sldMk cId="726164372" sldId="271"/>
            <ac:spMk id="2" creationId="{0531908E-3FEA-0400-F539-1BC450783AEB}"/>
          </ac:spMkLst>
        </pc:spChg>
        <pc:spChg chg="mod">
          <ac:chgData name="Tejaswi K" userId="6f7b8de0af5bd69d" providerId="LiveId" clId="{B7395231-FE89-442B-870F-FF8CE07FA4E7}" dt="2026-06-25T06:20:33.588" v="368" actId="1076"/>
          <ac:spMkLst>
            <pc:docMk/>
            <pc:sldMk cId="726164372" sldId="271"/>
            <ac:spMk id="3" creationId="{1479A548-7B68-0A78-ADCF-BB13D14C5B16}"/>
          </ac:spMkLst>
        </pc:spChg>
        <pc:spChg chg="add del">
          <ac:chgData name="Tejaswi K" userId="6f7b8de0af5bd69d" providerId="LiveId" clId="{B7395231-FE89-442B-870F-FF8CE07FA4E7}" dt="2026-06-25T06:17:54.283" v="353" actId="26606"/>
          <ac:spMkLst>
            <pc:docMk/>
            <pc:sldMk cId="726164372" sldId="271"/>
            <ac:spMk id="10" creationId="{245A9F99-D9B1-4094-A2E2-B90AC1DB7B9C}"/>
          </ac:spMkLst>
        </pc:spChg>
        <pc:spChg chg="add del">
          <ac:chgData name="Tejaswi K" userId="6f7b8de0af5bd69d" providerId="LiveId" clId="{B7395231-FE89-442B-870F-FF8CE07FA4E7}" dt="2026-06-25T06:17:54.283" v="353" actId="26606"/>
          <ac:spMkLst>
            <pc:docMk/>
            <pc:sldMk cId="726164372" sldId="271"/>
            <ac:spMk id="12" creationId="{B7FAF607-473A-4A43-A23D-BBFF5C4117BB}"/>
          </ac:spMkLst>
        </pc:spChg>
        <pc:spChg chg="add del mod">
          <ac:chgData name="Tejaswi K" userId="6f7b8de0af5bd69d" providerId="LiveId" clId="{B7395231-FE89-442B-870F-FF8CE07FA4E7}" dt="2026-06-25T06:20:24.766" v="367" actId="478"/>
          <ac:spMkLst>
            <pc:docMk/>
            <pc:sldMk cId="726164372" sldId="271"/>
            <ac:spMk id="21" creationId="{CD7C3DAF-FC08-28B5-3DB1-6193C07C6E6B}"/>
          </ac:spMkLst>
        </pc:spChg>
        <pc:grpChg chg="add del">
          <ac:chgData name="Tejaswi K" userId="6f7b8de0af5bd69d" providerId="LiveId" clId="{B7395231-FE89-442B-870F-FF8CE07FA4E7}" dt="2026-06-25T06:17:54.283" v="353" actId="26606"/>
          <ac:grpSpMkLst>
            <pc:docMk/>
            <pc:sldMk cId="726164372" sldId="271"/>
            <ac:grpSpMk id="14" creationId="{C5F6476F-D303-44D3-B30F-1BA348F0F64A}"/>
          </ac:grpSpMkLst>
        </pc:grpChg>
        <pc:picChg chg="add del mod">
          <ac:chgData name="Tejaswi K" userId="6f7b8de0af5bd69d" providerId="LiveId" clId="{B7395231-FE89-442B-870F-FF8CE07FA4E7}" dt="2026-06-25T06:16:19.800" v="340" actId="931"/>
          <ac:picMkLst>
            <pc:docMk/>
            <pc:sldMk cId="726164372" sldId="271"/>
            <ac:picMk id="5" creationId="{9D1679D9-C7F1-413C-77CB-09CC536B3CAF}"/>
          </ac:picMkLst>
        </pc:picChg>
        <pc:picChg chg="add del">
          <ac:chgData name="Tejaswi K" userId="6f7b8de0af5bd69d" providerId="LiveId" clId="{B7395231-FE89-442B-870F-FF8CE07FA4E7}" dt="2026-06-25T06:17:54.283" v="353" actId="26606"/>
          <ac:picMkLst>
            <pc:docMk/>
            <pc:sldMk cId="726164372" sldId="271"/>
            <ac:picMk id="7" creationId="{F9E45281-BFD9-46DC-C3EC-ABA91D923646}"/>
          </ac:picMkLst>
        </pc:picChg>
        <pc:picChg chg="add del mod">
          <ac:chgData name="Tejaswi K" userId="6f7b8de0af5bd69d" providerId="LiveId" clId="{B7395231-FE89-442B-870F-FF8CE07FA4E7}" dt="2026-06-25T06:18:10.267" v="355" actId="931"/>
          <ac:picMkLst>
            <pc:docMk/>
            <pc:sldMk cId="726164372" sldId="271"/>
            <ac:picMk id="8" creationId="{391B59D1-AA6F-4952-CF62-61694F1FAB4E}"/>
          </ac:picMkLst>
        </pc:picChg>
        <pc:picChg chg="add del mod">
          <ac:chgData name="Tejaswi K" userId="6f7b8de0af5bd69d" providerId="LiveId" clId="{B7395231-FE89-442B-870F-FF8CE07FA4E7}" dt="2026-06-25T06:18:24.864" v="357" actId="931"/>
          <ac:picMkLst>
            <pc:docMk/>
            <pc:sldMk cId="726164372" sldId="271"/>
            <ac:picMk id="11" creationId="{854875C6-1059-F841-30A7-DC1ECBAD1390}"/>
          </ac:picMkLst>
        </pc:picChg>
        <pc:picChg chg="add del mod">
          <ac:chgData name="Tejaswi K" userId="6f7b8de0af5bd69d" providerId="LiveId" clId="{B7395231-FE89-442B-870F-FF8CE07FA4E7}" dt="2026-06-25T06:18:42.040" v="359" actId="931"/>
          <ac:picMkLst>
            <pc:docMk/>
            <pc:sldMk cId="726164372" sldId="271"/>
            <ac:picMk id="18" creationId="{F922DC20-C658-2217-A765-52524E584597}"/>
          </ac:picMkLst>
        </pc:picChg>
        <pc:picChg chg="add mod">
          <ac:chgData name="Tejaswi K" userId="6f7b8de0af5bd69d" providerId="LiveId" clId="{B7395231-FE89-442B-870F-FF8CE07FA4E7}" dt="2026-06-25T06:20:42.328" v="372" actId="1076"/>
          <ac:picMkLst>
            <pc:docMk/>
            <pc:sldMk cId="726164372" sldId="271"/>
            <ac:picMk id="20" creationId="{131379A5-88C1-61DA-7F59-8267337D8770}"/>
          </ac:picMkLst>
        </pc:picChg>
      </pc:sldChg>
      <pc:sldChg chg="modSp new del mod">
        <pc:chgData name="Tejaswi K" userId="6f7b8de0af5bd69d" providerId="LiveId" clId="{B7395231-FE89-442B-870F-FF8CE07FA4E7}" dt="2026-06-25T03:05:11.997" v="119" actId="47"/>
        <pc:sldMkLst>
          <pc:docMk/>
          <pc:sldMk cId="1879795989" sldId="272"/>
        </pc:sldMkLst>
      </pc:sldChg>
      <pc:sldChg chg="modSp new mod">
        <pc:chgData name="Tejaswi K" userId="6f7b8de0af5bd69d" providerId="LiveId" clId="{B7395231-FE89-442B-870F-FF8CE07FA4E7}" dt="2026-06-25T04:02:54.975" v="332" actId="1076"/>
        <pc:sldMkLst>
          <pc:docMk/>
          <pc:sldMk cId="442062239" sldId="273"/>
        </pc:sldMkLst>
        <pc:spChg chg="mod">
          <ac:chgData name="Tejaswi K" userId="6f7b8de0af5bd69d" providerId="LiveId" clId="{B7395231-FE89-442B-870F-FF8CE07FA4E7}" dt="2026-06-25T03:56:29.855" v="235" actId="122"/>
          <ac:spMkLst>
            <pc:docMk/>
            <pc:sldMk cId="442062239" sldId="273"/>
            <ac:spMk id="2" creationId="{75A9C378-11E7-C88F-9298-A3B0EB26310E}"/>
          </ac:spMkLst>
        </pc:spChg>
        <pc:spChg chg="mod">
          <ac:chgData name="Tejaswi K" userId="6f7b8de0af5bd69d" providerId="LiveId" clId="{B7395231-FE89-442B-870F-FF8CE07FA4E7}" dt="2026-06-25T04:02:54.975" v="332" actId="1076"/>
          <ac:spMkLst>
            <pc:docMk/>
            <pc:sldMk cId="442062239" sldId="273"/>
            <ac:spMk id="3" creationId="{8AFD9A10-94AB-63C0-F84C-076B4527663B}"/>
          </ac:spMkLst>
        </pc:spChg>
      </pc:sldChg>
      <pc:sldChg chg="addSp delSp modSp new mod ord setBg">
        <pc:chgData name="Tejaswi K" userId="6f7b8de0af5bd69d" providerId="LiveId" clId="{B7395231-FE89-442B-870F-FF8CE07FA4E7}" dt="2026-06-25T03:01:00.243" v="82" actId="14734"/>
        <pc:sldMkLst>
          <pc:docMk/>
          <pc:sldMk cId="3298664925" sldId="274"/>
        </pc:sldMkLst>
        <pc:spChg chg="del">
          <ac:chgData name="Tejaswi K" userId="6f7b8de0af5bd69d" providerId="LiveId" clId="{B7395231-FE89-442B-870F-FF8CE07FA4E7}" dt="2026-06-25T02:58:25.104" v="62" actId="26606"/>
          <ac:spMkLst>
            <pc:docMk/>
            <pc:sldMk cId="3298664925" sldId="274"/>
            <ac:spMk id="2" creationId="{C8933E85-A820-C478-BA19-EFE5A2DE09FA}"/>
          </ac:spMkLst>
        </pc:spChg>
        <pc:spChg chg="del">
          <ac:chgData name="Tejaswi K" userId="6f7b8de0af5bd69d" providerId="LiveId" clId="{B7395231-FE89-442B-870F-FF8CE07FA4E7}" dt="2026-06-25T02:58:21.056" v="61"/>
          <ac:spMkLst>
            <pc:docMk/>
            <pc:sldMk cId="3298664925" sldId="274"/>
            <ac:spMk id="3" creationId="{BA14B710-976B-089C-3BEE-B17E3E991D1D}"/>
          </ac:spMkLst>
        </pc:spChg>
        <pc:spChg chg="add mod">
          <ac:chgData name="Tejaswi K" userId="6f7b8de0af5bd69d" providerId="LiveId" clId="{B7395231-FE89-442B-870F-FF8CE07FA4E7}" dt="2026-06-25T03:00:01.208" v="75" actId="1076"/>
          <ac:spMkLst>
            <pc:docMk/>
            <pc:sldMk cId="3298664925" sldId="274"/>
            <ac:spMk id="5" creationId="{29D235D0-A37E-298F-772B-5F26C5B0F1EF}"/>
          </ac:spMkLst>
        </pc:spChg>
        <pc:spChg chg="add">
          <ac:chgData name="Tejaswi K" userId="6f7b8de0af5bd69d" providerId="LiveId" clId="{B7395231-FE89-442B-870F-FF8CE07FA4E7}" dt="2026-06-25T02:58:25.104" v="62" actId="26606"/>
          <ac:spMkLst>
            <pc:docMk/>
            <pc:sldMk cId="3298664925" sldId="274"/>
            <ac:spMk id="9" creationId="{F3060C83-F051-4F0E-ABAD-AA0DFC48B218}"/>
          </ac:spMkLst>
        </pc:spChg>
        <pc:spChg chg="add">
          <ac:chgData name="Tejaswi K" userId="6f7b8de0af5bd69d" providerId="LiveId" clId="{B7395231-FE89-442B-870F-FF8CE07FA4E7}" dt="2026-06-25T02:58:25.104" v="62" actId="26606"/>
          <ac:spMkLst>
            <pc:docMk/>
            <pc:sldMk cId="3298664925" sldId="274"/>
            <ac:spMk id="11" creationId="{83C98ABE-055B-441F-B07E-44F97F083C39}"/>
          </ac:spMkLst>
        </pc:spChg>
        <pc:spChg chg="add">
          <ac:chgData name="Tejaswi K" userId="6f7b8de0af5bd69d" providerId="LiveId" clId="{B7395231-FE89-442B-870F-FF8CE07FA4E7}" dt="2026-06-25T02:58:25.104" v="62" actId="26606"/>
          <ac:spMkLst>
            <pc:docMk/>
            <pc:sldMk cId="3298664925" sldId="274"/>
            <ac:spMk id="13" creationId="{29FDB030-9B49-4CED-8CCD-4D99382388AC}"/>
          </ac:spMkLst>
        </pc:spChg>
        <pc:spChg chg="add">
          <ac:chgData name="Tejaswi K" userId="6f7b8de0af5bd69d" providerId="LiveId" clId="{B7395231-FE89-442B-870F-FF8CE07FA4E7}" dt="2026-06-25T02:58:25.104" v="62" actId="26606"/>
          <ac:spMkLst>
            <pc:docMk/>
            <pc:sldMk cId="3298664925" sldId="274"/>
            <ac:spMk id="15" creationId="{3783CA14-24A1-485C-8B30-D6A5D87987AD}"/>
          </ac:spMkLst>
        </pc:spChg>
        <pc:spChg chg="add">
          <ac:chgData name="Tejaswi K" userId="6f7b8de0af5bd69d" providerId="LiveId" clId="{B7395231-FE89-442B-870F-FF8CE07FA4E7}" dt="2026-06-25T02:58:25.104" v="62" actId="26606"/>
          <ac:spMkLst>
            <pc:docMk/>
            <pc:sldMk cId="3298664925" sldId="274"/>
            <ac:spMk id="17" creationId="{9A97C86A-04D6-40F7-AE84-31AB43E6A846}"/>
          </ac:spMkLst>
        </pc:spChg>
        <pc:spChg chg="add">
          <ac:chgData name="Tejaswi K" userId="6f7b8de0af5bd69d" providerId="LiveId" clId="{B7395231-FE89-442B-870F-FF8CE07FA4E7}" dt="2026-06-25T02:58:25.104" v="62" actId="26606"/>
          <ac:spMkLst>
            <pc:docMk/>
            <pc:sldMk cId="3298664925" sldId="274"/>
            <ac:spMk id="19" creationId="{FF9F2414-84E8-453E-B1F3-389FDE8192D9}"/>
          </ac:spMkLst>
        </pc:spChg>
        <pc:spChg chg="add">
          <ac:chgData name="Tejaswi K" userId="6f7b8de0af5bd69d" providerId="LiveId" clId="{B7395231-FE89-442B-870F-FF8CE07FA4E7}" dt="2026-06-25T02:58:25.104" v="62" actId="26606"/>
          <ac:spMkLst>
            <pc:docMk/>
            <pc:sldMk cId="3298664925" sldId="274"/>
            <ac:spMk id="21" creationId="{3ECA69A1-7536-43AC-85EF-C7106179F5ED}"/>
          </ac:spMkLst>
        </pc:spChg>
        <pc:graphicFrameChg chg="add mod modGraphic">
          <ac:chgData name="Tejaswi K" userId="6f7b8de0af5bd69d" providerId="LiveId" clId="{B7395231-FE89-442B-870F-FF8CE07FA4E7}" dt="2026-06-25T03:01:00.243" v="82" actId="14734"/>
          <ac:graphicFrameMkLst>
            <pc:docMk/>
            <pc:sldMk cId="3298664925" sldId="274"/>
            <ac:graphicFrameMk id="4" creationId="{3697BECB-54F6-3611-9AD3-A0F6EF4873D6}"/>
          </ac:graphicFrameMkLst>
        </pc:graphicFrameChg>
      </pc:sldChg>
      <pc:sldChg chg="addSp delSp modSp new mod">
        <pc:chgData name="Tejaswi K" userId="6f7b8de0af5bd69d" providerId="LiveId" clId="{B7395231-FE89-442B-870F-FF8CE07FA4E7}" dt="2026-06-25T03:25:30.001" v="153" actId="1076"/>
        <pc:sldMkLst>
          <pc:docMk/>
          <pc:sldMk cId="1119614248" sldId="275"/>
        </pc:sldMkLst>
        <pc:spChg chg="mod">
          <ac:chgData name="Tejaswi K" userId="6f7b8de0af5bd69d" providerId="LiveId" clId="{B7395231-FE89-442B-870F-FF8CE07FA4E7}" dt="2026-06-25T03:25:12.757" v="152" actId="122"/>
          <ac:spMkLst>
            <pc:docMk/>
            <pc:sldMk cId="1119614248" sldId="275"/>
            <ac:spMk id="2" creationId="{55D62DFD-9CCF-C968-6C9B-BC7AAD64BD8D}"/>
          </ac:spMkLst>
        </pc:spChg>
        <pc:spChg chg="del">
          <ac:chgData name="Tejaswi K" userId="6f7b8de0af5bd69d" providerId="LiveId" clId="{B7395231-FE89-442B-870F-FF8CE07FA4E7}" dt="2026-06-25T03:24:22.030" v="146" actId="931"/>
          <ac:spMkLst>
            <pc:docMk/>
            <pc:sldMk cId="1119614248" sldId="275"/>
            <ac:spMk id="3" creationId="{25DEE758-1D87-0643-62CE-80D9AB647460}"/>
          </ac:spMkLst>
        </pc:spChg>
        <pc:picChg chg="add mod ord">
          <ac:chgData name="Tejaswi K" userId="6f7b8de0af5bd69d" providerId="LiveId" clId="{B7395231-FE89-442B-870F-FF8CE07FA4E7}" dt="2026-06-25T03:25:30.001" v="153" actId="1076"/>
          <ac:picMkLst>
            <pc:docMk/>
            <pc:sldMk cId="1119614248" sldId="275"/>
            <ac:picMk id="5" creationId="{A592C959-F10F-81F2-7912-1931C2C23F32}"/>
          </ac:picMkLst>
        </pc:picChg>
      </pc:sldChg>
      <pc:sldChg chg="addSp delSp modSp new mod ord">
        <pc:chgData name="Tejaswi K" userId="6f7b8de0af5bd69d" providerId="LiveId" clId="{B7395231-FE89-442B-870F-FF8CE07FA4E7}" dt="2026-06-25T03:44:07.034" v="197" actId="122"/>
        <pc:sldMkLst>
          <pc:docMk/>
          <pc:sldMk cId="3403349899" sldId="276"/>
        </pc:sldMkLst>
        <pc:spChg chg="mod">
          <ac:chgData name="Tejaswi K" userId="6f7b8de0af5bd69d" providerId="LiveId" clId="{B7395231-FE89-442B-870F-FF8CE07FA4E7}" dt="2026-06-25T03:44:07.034" v="197" actId="122"/>
          <ac:spMkLst>
            <pc:docMk/>
            <pc:sldMk cId="3403349899" sldId="276"/>
            <ac:spMk id="2" creationId="{5274B16E-33CF-8CD7-28C6-1982CD041A02}"/>
          </ac:spMkLst>
        </pc:spChg>
        <pc:spChg chg="del">
          <ac:chgData name="Tejaswi K" userId="6f7b8de0af5bd69d" providerId="LiveId" clId="{B7395231-FE89-442B-870F-FF8CE07FA4E7}" dt="2026-06-25T03:40:45.308" v="162" actId="931"/>
          <ac:spMkLst>
            <pc:docMk/>
            <pc:sldMk cId="3403349899" sldId="276"/>
            <ac:spMk id="3" creationId="{B90BB712-D445-4570-27B4-F37E9A3329FC}"/>
          </ac:spMkLst>
        </pc:spChg>
        <pc:spChg chg="add mod">
          <ac:chgData name="Tejaswi K" userId="6f7b8de0af5bd69d" providerId="LiveId" clId="{B7395231-FE89-442B-870F-FF8CE07FA4E7}" dt="2026-06-25T03:43:41.412" v="191" actId="1076"/>
          <ac:spMkLst>
            <pc:docMk/>
            <pc:sldMk cId="3403349899" sldId="276"/>
            <ac:spMk id="8" creationId="{7BF41857-A153-AAEB-3FC3-F985E9B77B4B}"/>
          </ac:spMkLst>
        </pc:spChg>
        <pc:picChg chg="add mod ord modCrop">
          <ac:chgData name="Tejaswi K" userId="6f7b8de0af5bd69d" providerId="LiveId" clId="{B7395231-FE89-442B-870F-FF8CE07FA4E7}" dt="2026-06-25T03:43:48.997" v="194" actId="1076"/>
          <ac:picMkLst>
            <pc:docMk/>
            <pc:sldMk cId="3403349899" sldId="276"/>
            <ac:picMk id="5" creationId="{65873DC6-554C-FF29-73B3-5717CB0DA21B}"/>
          </ac:picMkLst>
        </pc:picChg>
        <pc:picChg chg="add del mod modCrop">
          <ac:chgData name="Tejaswi K" userId="6f7b8de0af5bd69d" providerId="LiveId" clId="{B7395231-FE89-442B-870F-FF8CE07FA4E7}" dt="2026-06-25T03:42:58.283" v="180" actId="478"/>
          <ac:picMkLst>
            <pc:docMk/>
            <pc:sldMk cId="3403349899" sldId="276"/>
            <ac:picMk id="7" creationId="{3FA87174-CF24-D016-7715-00A74377796E}"/>
          </ac:picMkLst>
        </pc:picChg>
      </pc:sldChg>
      <pc:sldChg chg="modSp new mod ord">
        <pc:chgData name="Tejaswi K" userId="6f7b8de0af5bd69d" providerId="LiveId" clId="{B7395231-FE89-442B-870F-FF8CE07FA4E7}" dt="2026-06-25T03:54:02.710" v="211" actId="20577"/>
        <pc:sldMkLst>
          <pc:docMk/>
          <pc:sldMk cId="3157622261" sldId="277"/>
        </pc:sldMkLst>
        <pc:spChg chg="mod">
          <ac:chgData name="Tejaswi K" userId="6f7b8de0af5bd69d" providerId="LiveId" clId="{B7395231-FE89-442B-870F-FF8CE07FA4E7}" dt="2026-06-25T03:53:18.776" v="202" actId="2711"/>
          <ac:spMkLst>
            <pc:docMk/>
            <pc:sldMk cId="3157622261" sldId="277"/>
            <ac:spMk id="2" creationId="{E0A0D720-E8CD-E51F-24A4-F7149F4C9AC6}"/>
          </ac:spMkLst>
        </pc:spChg>
        <pc:spChg chg="mod">
          <ac:chgData name="Tejaswi K" userId="6f7b8de0af5bd69d" providerId="LiveId" clId="{B7395231-FE89-442B-870F-FF8CE07FA4E7}" dt="2026-06-25T03:54:02.710" v="211" actId="20577"/>
          <ac:spMkLst>
            <pc:docMk/>
            <pc:sldMk cId="3157622261" sldId="277"/>
            <ac:spMk id="3" creationId="{223A3FA5-1E94-ADB0-365D-2771B5EB88A0}"/>
          </ac:spMkLst>
        </pc:spChg>
      </pc:sldChg>
      <pc:sldChg chg="modSp new mod ord">
        <pc:chgData name="Tejaswi K" userId="6f7b8de0af5bd69d" providerId="LiveId" clId="{B7395231-FE89-442B-870F-FF8CE07FA4E7}" dt="2026-06-25T03:55:27.057" v="227" actId="20577"/>
        <pc:sldMkLst>
          <pc:docMk/>
          <pc:sldMk cId="3578335239" sldId="278"/>
        </pc:sldMkLst>
        <pc:spChg chg="mod">
          <ac:chgData name="Tejaswi K" userId="6f7b8de0af5bd69d" providerId="LiveId" clId="{B7395231-FE89-442B-870F-FF8CE07FA4E7}" dt="2026-06-25T03:54:32.331" v="217" actId="2711"/>
          <ac:spMkLst>
            <pc:docMk/>
            <pc:sldMk cId="3578335239" sldId="278"/>
            <ac:spMk id="2" creationId="{2559AA84-9288-FDC8-60C6-88114FF25ACE}"/>
          </ac:spMkLst>
        </pc:spChg>
        <pc:spChg chg="mod">
          <ac:chgData name="Tejaswi K" userId="6f7b8de0af5bd69d" providerId="LiveId" clId="{B7395231-FE89-442B-870F-FF8CE07FA4E7}" dt="2026-06-25T03:55:27.057" v="227" actId="20577"/>
          <ac:spMkLst>
            <pc:docMk/>
            <pc:sldMk cId="3578335239" sldId="278"/>
            <ac:spMk id="3" creationId="{F6528E62-9743-5123-23FC-143A74B47FCA}"/>
          </ac:spMkLst>
        </pc:spChg>
      </pc:sldChg>
      <pc:sldChg chg="new del">
        <pc:chgData name="Tejaswi K" userId="6f7b8de0af5bd69d" providerId="LiveId" clId="{B7395231-FE89-442B-870F-FF8CE07FA4E7}" dt="2026-06-25T06:15:26.728" v="336" actId="47"/>
        <pc:sldMkLst>
          <pc:docMk/>
          <pc:sldMk cId="287772967" sldId="279"/>
        </pc:sldMkLst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image" Target="../media/image10.svg"/><Relationship Id="rId6" Type="http://schemas.openxmlformats.org/officeDocument/2006/relationships/image" Target="../media/image15.svg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image" Target="../media/image10.svg"/><Relationship Id="rId6" Type="http://schemas.openxmlformats.org/officeDocument/2006/relationships/image" Target="../media/image15.svg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B6B789C-D1F2-44C9-AF7D-BB26812B932F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A68E9CA8-885C-42C5-A0CF-9514832D6AB3}">
      <dgm:prSet/>
      <dgm:spPr/>
      <dgm:t>
        <a:bodyPr/>
        <a:lstStyle/>
        <a:p>
          <a:r>
            <a:rPr lang="en-IN" b="1" dirty="0"/>
            <a:t>Python Programming</a:t>
          </a:r>
          <a:r>
            <a:rPr lang="en-IN" dirty="0"/>
            <a:t> – Used to develop the accident detection and alert system.</a:t>
          </a:r>
          <a:endParaRPr lang="en-US" dirty="0"/>
        </a:p>
      </dgm:t>
    </dgm:pt>
    <dgm:pt modelId="{C066542D-2CF0-4531-8FBD-26858CDF3952}" type="parTrans" cxnId="{A1AC1172-5356-4C6A-A7E6-575BAC1B74A3}">
      <dgm:prSet/>
      <dgm:spPr/>
      <dgm:t>
        <a:bodyPr/>
        <a:lstStyle/>
        <a:p>
          <a:endParaRPr lang="en-US"/>
        </a:p>
      </dgm:t>
    </dgm:pt>
    <dgm:pt modelId="{26E09BBA-CCDE-4615-90BB-A12F19A58510}" type="sibTrans" cxnId="{A1AC1172-5356-4C6A-A7E6-575BAC1B74A3}">
      <dgm:prSet/>
      <dgm:spPr/>
      <dgm:t>
        <a:bodyPr/>
        <a:lstStyle/>
        <a:p>
          <a:endParaRPr lang="en-US"/>
        </a:p>
      </dgm:t>
    </dgm:pt>
    <dgm:pt modelId="{DFFF6353-EE37-4D33-8112-39683A3CAD33}">
      <dgm:prSet/>
      <dgm:spPr/>
      <dgm:t>
        <a:bodyPr/>
        <a:lstStyle/>
        <a:p>
          <a:r>
            <a:rPr lang="en-IN" b="1"/>
            <a:t>CSV File Processing</a:t>
          </a:r>
          <a:r>
            <a:rPr lang="en-IN"/>
            <a:t> – Stores and manages accident records and sensor data efficiently.</a:t>
          </a:r>
          <a:endParaRPr lang="en-US"/>
        </a:p>
      </dgm:t>
    </dgm:pt>
    <dgm:pt modelId="{B8973CB4-2DE7-4133-ADB7-5CE60EE14D58}" type="parTrans" cxnId="{69FE6E8D-8003-4713-96D3-860E60422DD8}">
      <dgm:prSet/>
      <dgm:spPr/>
      <dgm:t>
        <a:bodyPr/>
        <a:lstStyle/>
        <a:p>
          <a:endParaRPr lang="en-US"/>
        </a:p>
      </dgm:t>
    </dgm:pt>
    <dgm:pt modelId="{B1E12EE6-DC8E-4B19-8AF7-D9C65EFB8A93}" type="sibTrans" cxnId="{69FE6E8D-8003-4713-96D3-860E60422DD8}">
      <dgm:prSet/>
      <dgm:spPr/>
      <dgm:t>
        <a:bodyPr/>
        <a:lstStyle/>
        <a:p>
          <a:endParaRPr lang="en-US"/>
        </a:p>
      </dgm:t>
    </dgm:pt>
    <dgm:pt modelId="{C02A95C4-2CA8-4CA8-A1A8-1FE98ADF3638}">
      <dgm:prSet/>
      <dgm:spPr/>
      <dgm:t>
        <a:bodyPr/>
        <a:lstStyle/>
        <a:p>
          <a:r>
            <a:rPr lang="en-IN" b="1"/>
            <a:t>Data Analysis</a:t>
          </a:r>
          <a:r>
            <a:rPr lang="en-IN"/>
            <a:t> – Analyzes collected data to identify accident patterns and trends.</a:t>
          </a:r>
          <a:endParaRPr lang="en-US"/>
        </a:p>
      </dgm:t>
    </dgm:pt>
    <dgm:pt modelId="{3035B500-CFA4-4B5F-AA2D-7772D3A52051}" type="parTrans" cxnId="{C3F88A2E-C80C-499B-96BA-5E88B1846FBE}">
      <dgm:prSet/>
      <dgm:spPr/>
      <dgm:t>
        <a:bodyPr/>
        <a:lstStyle/>
        <a:p>
          <a:endParaRPr lang="en-US"/>
        </a:p>
      </dgm:t>
    </dgm:pt>
    <dgm:pt modelId="{5E48962C-3934-45E3-8F53-E3FD7C6EBC7B}" type="sibTrans" cxnId="{C3F88A2E-C80C-499B-96BA-5E88B1846FBE}">
      <dgm:prSet/>
      <dgm:spPr/>
      <dgm:t>
        <a:bodyPr/>
        <a:lstStyle/>
        <a:p>
          <a:endParaRPr lang="en-US"/>
        </a:p>
      </dgm:t>
    </dgm:pt>
    <dgm:pt modelId="{1A1C3E76-44BA-490E-97CE-3D22B918073D}">
      <dgm:prSet/>
      <dgm:spPr/>
      <dgm:t>
        <a:bodyPr/>
        <a:lstStyle/>
        <a:p>
          <a:r>
            <a:rPr lang="en-IN" b="1"/>
            <a:t>GPS Location Tracking</a:t>
          </a:r>
          <a:r>
            <a:rPr lang="en-IN"/>
            <a:t> – Determines and shares the exact accident location in real time.</a:t>
          </a:r>
          <a:endParaRPr lang="en-US"/>
        </a:p>
      </dgm:t>
    </dgm:pt>
    <dgm:pt modelId="{6047B449-BE55-40EA-9697-9A3E05522A8F}" type="parTrans" cxnId="{81A225DF-643B-40C7-B7DB-3898505EB4DE}">
      <dgm:prSet/>
      <dgm:spPr/>
      <dgm:t>
        <a:bodyPr/>
        <a:lstStyle/>
        <a:p>
          <a:endParaRPr lang="en-US"/>
        </a:p>
      </dgm:t>
    </dgm:pt>
    <dgm:pt modelId="{3EA5652E-D33E-4236-B67C-029486F13673}" type="sibTrans" cxnId="{81A225DF-643B-40C7-B7DB-3898505EB4DE}">
      <dgm:prSet/>
      <dgm:spPr/>
      <dgm:t>
        <a:bodyPr/>
        <a:lstStyle/>
        <a:p>
          <a:endParaRPr lang="en-US"/>
        </a:p>
      </dgm:t>
    </dgm:pt>
    <dgm:pt modelId="{60DEAEA0-241E-4CFB-BD67-D1C34EA9CA4F}">
      <dgm:prSet/>
      <dgm:spPr/>
      <dgm:t>
        <a:bodyPr/>
        <a:lstStyle/>
        <a:p>
          <a:r>
            <a:rPr lang="en-IN" b="1"/>
            <a:t>Artificial Intelligence (AI)</a:t>
          </a:r>
          <a:r>
            <a:rPr lang="en-IN"/>
            <a:t> – Automatically detects accidents using intelligent algorithms.</a:t>
          </a:r>
          <a:endParaRPr lang="en-US"/>
        </a:p>
      </dgm:t>
    </dgm:pt>
    <dgm:pt modelId="{A987E427-4D7C-472B-A6C9-35102F1DB5C9}" type="parTrans" cxnId="{E9D1A6B1-700D-4228-82C1-044759780C88}">
      <dgm:prSet/>
      <dgm:spPr/>
      <dgm:t>
        <a:bodyPr/>
        <a:lstStyle/>
        <a:p>
          <a:endParaRPr lang="en-US"/>
        </a:p>
      </dgm:t>
    </dgm:pt>
    <dgm:pt modelId="{292F789B-987E-41D4-8434-78BB1A894BE1}" type="sibTrans" cxnId="{E9D1A6B1-700D-4228-82C1-044759780C88}">
      <dgm:prSet/>
      <dgm:spPr/>
      <dgm:t>
        <a:bodyPr/>
        <a:lstStyle/>
        <a:p>
          <a:endParaRPr lang="en-US"/>
        </a:p>
      </dgm:t>
    </dgm:pt>
    <dgm:pt modelId="{D10F398D-BAB9-4434-90B1-C8BDD5FF06C1}">
      <dgm:prSet/>
      <dgm:spPr/>
      <dgm:t>
        <a:bodyPr/>
        <a:lstStyle/>
        <a:p>
          <a:r>
            <a:rPr lang="en-IN" b="1"/>
            <a:t>Matplotlib &amp; Pandas</a:t>
          </a:r>
          <a:r>
            <a:rPr lang="en-IN"/>
            <a:t> – Used for data visualization, reporting, and performance analysis.</a:t>
          </a:r>
          <a:endParaRPr lang="en-US"/>
        </a:p>
      </dgm:t>
    </dgm:pt>
    <dgm:pt modelId="{C832E93F-BD30-405C-B6FB-CAF4AAAAF940}" type="parTrans" cxnId="{2529697C-6584-4E7B-AFF1-28F9D2F66DC0}">
      <dgm:prSet/>
      <dgm:spPr/>
      <dgm:t>
        <a:bodyPr/>
        <a:lstStyle/>
        <a:p>
          <a:endParaRPr lang="en-US"/>
        </a:p>
      </dgm:t>
    </dgm:pt>
    <dgm:pt modelId="{28045E4C-C6C2-44CD-9439-6C7F1E62B12F}" type="sibTrans" cxnId="{2529697C-6584-4E7B-AFF1-28F9D2F66DC0}">
      <dgm:prSet/>
      <dgm:spPr/>
      <dgm:t>
        <a:bodyPr/>
        <a:lstStyle/>
        <a:p>
          <a:endParaRPr lang="en-US"/>
        </a:p>
      </dgm:t>
    </dgm:pt>
    <dgm:pt modelId="{5B6CAC12-00B4-4D20-8BAF-760A6BB9F4ED}" type="pres">
      <dgm:prSet presAssocID="{1B6B789C-D1F2-44C9-AF7D-BB26812B932F}" presName="root" presStyleCnt="0">
        <dgm:presLayoutVars>
          <dgm:dir/>
          <dgm:resizeHandles val="exact"/>
        </dgm:presLayoutVars>
      </dgm:prSet>
      <dgm:spPr/>
    </dgm:pt>
    <dgm:pt modelId="{A25AED7B-A83A-47A4-8EF5-DE18B4BDC2CA}" type="pres">
      <dgm:prSet presAssocID="{A68E9CA8-885C-42C5-A0CF-9514832D6AB3}" presName="compNode" presStyleCnt="0"/>
      <dgm:spPr/>
    </dgm:pt>
    <dgm:pt modelId="{00262922-62FD-422F-8A3F-CDD2B045884F}" type="pres">
      <dgm:prSet presAssocID="{A68E9CA8-885C-42C5-A0CF-9514832D6AB3}" presName="iconRect" presStyleLbl="node1" presStyleIdx="0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E671A9D5-FD7D-4A69-9B0C-855491D6A691}" type="pres">
      <dgm:prSet presAssocID="{A68E9CA8-885C-42C5-A0CF-9514832D6AB3}" presName="spaceRect" presStyleCnt="0"/>
      <dgm:spPr/>
    </dgm:pt>
    <dgm:pt modelId="{77A4417C-4151-42CB-9DDD-8BE45DB24033}" type="pres">
      <dgm:prSet presAssocID="{A68E9CA8-885C-42C5-A0CF-9514832D6AB3}" presName="textRect" presStyleLbl="revTx" presStyleIdx="0" presStyleCnt="6">
        <dgm:presLayoutVars>
          <dgm:chMax val="1"/>
          <dgm:chPref val="1"/>
        </dgm:presLayoutVars>
      </dgm:prSet>
      <dgm:spPr/>
    </dgm:pt>
    <dgm:pt modelId="{952BC04D-338E-40EB-A4B2-2B6E4C45E655}" type="pres">
      <dgm:prSet presAssocID="{26E09BBA-CCDE-4615-90BB-A12F19A58510}" presName="sibTrans" presStyleCnt="0"/>
      <dgm:spPr/>
    </dgm:pt>
    <dgm:pt modelId="{2DF43031-6E15-43E5-9EC6-FD055C11F55C}" type="pres">
      <dgm:prSet presAssocID="{DFFF6353-EE37-4D33-8112-39683A3CAD33}" presName="compNode" presStyleCnt="0"/>
      <dgm:spPr/>
    </dgm:pt>
    <dgm:pt modelId="{41C98A3E-4836-4BD1-9B94-A941322B0316}" type="pres">
      <dgm:prSet presAssocID="{DFFF6353-EE37-4D33-8112-39683A3CAD33}" presName="iconRect" presStyleLbl="node1" presStyleIdx="1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19A978BC-2FA0-4755-BB94-B0F39B49198D}" type="pres">
      <dgm:prSet presAssocID="{DFFF6353-EE37-4D33-8112-39683A3CAD33}" presName="spaceRect" presStyleCnt="0"/>
      <dgm:spPr/>
    </dgm:pt>
    <dgm:pt modelId="{C6AA9A93-75AF-41B1-9EAD-260392A9F70A}" type="pres">
      <dgm:prSet presAssocID="{DFFF6353-EE37-4D33-8112-39683A3CAD33}" presName="textRect" presStyleLbl="revTx" presStyleIdx="1" presStyleCnt="6">
        <dgm:presLayoutVars>
          <dgm:chMax val="1"/>
          <dgm:chPref val="1"/>
        </dgm:presLayoutVars>
      </dgm:prSet>
      <dgm:spPr/>
    </dgm:pt>
    <dgm:pt modelId="{261CBFC5-96A8-4EDB-B226-30933C55BA84}" type="pres">
      <dgm:prSet presAssocID="{B1E12EE6-DC8E-4B19-8AF7-D9C65EFB8A93}" presName="sibTrans" presStyleCnt="0"/>
      <dgm:spPr/>
    </dgm:pt>
    <dgm:pt modelId="{3727EB65-8782-4B36-BA1C-39FF7DE75834}" type="pres">
      <dgm:prSet presAssocID="{C02A95C4-2CA8-4CA8-A1A8-1FE98ADF3638}" presName="compNode" presStyleCnt="0"/>
      <dgm:spPr/>
    </dgm:pt>
    <dgm:pt modelId="{8823BDDC-AA47-45DF-A23D-02FF7EB325BD}" type="pres">
      <dgm:prSet presAssocID="{C02A95C4-2CA8-4CA8-A1A8-1FE98ADF3638}" presName="iconRect" presStyleLbl="node1" presStyleIdx="2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A6ABA69A-4105-41C7-A138-3FC4B17ED435}" type="pres">
      <dgm:prSet presAssocID="{C02A95C4-2CA8-4CA8-A1A8-1FE98ADF3638}" presName="spaceRect" presStyleCnt="0"/>
      <dgm:spPr/>
    </dgm:pt>
    <dgm:pt modelId="{E51C73CC-BF47-4ACA-85F4-963F73625DC1}" type="pres">
      <dgm:prSet presAssocID="{C02A95C4-2CA8-4CA8-A1A8-1FE98ADF3638}" presName="textRect" presStyleLbl="revTx" presStyleIdx="2" presStyleCnt="6">
        <dgm:presLayoutVars>
          <dgm:chMax val="1"/>
          <dgm:chPref val="1"/>
        </dgm:presLayoutVars>
      </dgm:prSet>
      <dgm:spPr/>
    </dgm:pt>
    <dgm:pt modelId="{C983052A-7B3D-4CE1-BCFA-FA73C126D93B}" type="pres">
      <dgm:prSet presAssocID="{5E48962C-3934-45E3-8F53-E3FD7C6EBC7B}" presName="sibTrans" presStyleCnt="0"/>
      <dgm:spPr/>
    </dgm:pt>
    <dgm:pt modelId="{AFC73B2A-81E2-40AF-A4CA-25C0DFCC6042}" type="pres">
      <dgm:prSet presAssocID="{1A1C3E76-44BA-490E-97CE-3D22B918073D}" presName="compNode" presStyleCnt="0"/>
      <dgm:spPr/>
    </dgm:pt>
    <dgm:pt modelId="{2E3E08C4-8D05-4A8A-A99E-7D7301EF37BD}" type="pres">
      <dgm:prSet presAssocID="{1A1C3E76-44BA-490E-97CE-3D22B918073D}" presName="iconRect" presStyleLbl="node1" presStyleIdx="3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ker"/>
        </a:ext>
      </dgm:extLst>
    </dgm:pt>
    <dgm:pt modelId="{A995058A-01B2-4D52-A8C4-DCA564EEFAD0}" type="pres">
      <dgm:prSet presAssocID="{1A1C3E76-44BA-490E-97CE-3D22B918073D}" presName="spaceRect" presStyleCnt="0"/>
      <dgm:spPr/>
    </dgm:pt>
    <dgm:pt modelId="{DF6E6C77-B8F8-4FC7-AACA-E5D8859E0A60}" type="pres">
      <dgm:prSet presAssocID="{1A1C3E76-44BA-490E-97CE-3D22B918073D}" presName="textRect" presStyleLbl="revTx" presStyleIdx="3" presStyleCnt="6">
        <dgm:presLayoutVars>
          <dgm:chMax val="1"/>
          <dgm:chPref val="1"/>
        </dgm:presLayoutVars>
      </dgm:prSet>
      <dgm:spPr/>
    </dgm:pt>
    <dgm:pt modelId="{DAB5B8F6-6465-4732-A911-2EF90FC6FDB4}" type="pres">
      <dgm:prSet presAssocID="{3EA5652E-D33E-4236-B67C-029486F13673}" presName="sibTrans" presStyleCnt="0"/>
      <dgm:spPr/>
    </dgm:pt>
    <dgm:pt modelId="{1997B29F-4AF5-4C7B-A2F9-45405627BCA4}" type="pres">
      <dgm:prSet presAssocID="{60DEAEA0-241E-4CFB-BD67-D1C34EA9CA4F}" presName="compNode" presStyleCnt="0"/>
      <dgm:spPr/>
    </dgm:pt>
    <dgm:pt modelId="{412DC8CE-DBEB-429F-B94B-490A7FC751F0}" type="pres">
      <dgm:prSet presAssocID="{60DEAEA0-241E-4CFB-BD67-D1C34EA9CA4F}" presName="iconRect" presStyleLbl="node1" presStyleIdx="4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4ADE5A0A-F720-4302-A516-72A2EB86C1E4}" type="pres">
      <dgm:prSet presAssocID="{60DEAEA0-241E-4CFB-BD67-D1C34EA9CA4F}" presName="spaceRect" presStyleCnt="0"/>
      <dgm:spPr/>
    </dgm:pt>
    <dgm:pt modelId="{12D01BA1-A251-4395-985A-23FE3B2470A8}" type="pres">
      <dgm:prSet presAssocID="{60DEAEA0-241E-4CFB-BD67-D1C34EA9CA4F}" presName="textRect" presStyleLbl="revTx" presStyleIdx="4" presStyleCnt="6">
        <dgm:presLayoutVars>
          <dgm:chMax val="1"/>
          <dgm:chPref val="1"/>
        </dgm:presLayoutVars>
      </dgm:prSet>
      <dgm:spPr/>
    </dgm:pt>
    <dgm:pt modelId="{797DC2B3-6E39-4993-BDB2-4967D8A4F5FD}" type="pres">
      <dgm:prSet presAssocID="{292F789B-987E-41D4-8434-78BB1A894BE1}" presName="sibTrans" presStyleCnt="0"/>
      <dgm:spPr/>
    </dgm:pt>
    <dgm:pt modelId="{94A0C903-98CE-43EB-83E3-E0AC8AB86243}" type="pres">
      <dgm:prSet presAssocID="{D10F398D-BAB9-4434-90B1-C8BDD5FF06C1}" presName="compNode" presStyleCnt="0"/>
      <dgm:spPr/>
    </dgm:pt>
    <dgm:pt modelId="{32C61EE8-AF98-440E-87AB-FE26B49CFE72}" type="pres">
      <dgm:prSet presAssocID="{D10F398D-BAB9-4434-90B1-C8BDD5FF06C1}" presName="iconRect" presStyleLbl="node1" presStyleIdx="5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anda"/>
        </a:ext>
      </dgm:extLst>
    </dgm:pt>
    <dgm:pt modelId="{1410435E-1D19-4AED-A215-C8C868BCFF07}" type="pres">
      <dgm:prSet presAssocID="{D10F398D-BAB9-4434-90B1-C8BDD5FF06C1}" presName="spaceRect" presStyleCnt="0"/>
      <dgm:spPr/>
    </dgm:pt>
    <dgm:pt modelId="{A8E3D237-2884-40F9-B40F-0F42532A9A9D}" type="pres">
      <dgm:prSet presAssocID="{D10F398D-BAB9-4434-90B1-C8BDD5FF06C1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03493822-FFD4-477D-8A2D-129B2E9E53E0}" type="presOf" srcId="{DFFF6353-EE37-4D33-8112-39683A3CAD33}" destId="{C6AA9A93-75AF-41B1-9EAD-260392A9F70A}" srcOrd="0" destOrd="0" presId="urn:microsoft.com/office/officeart/2018/2/layout/IconLabelList"/>
    <dgm:cxn modelId="{C3F88A2E-C80C-499B-96BA-5E88B1846FBE}" srcId="{1B6B789C-D1F2-44C9-AF7D-BB26812B932F}" destId="{C02A95C4-2CA8-4CA8-A1A8-1FE98ADF3638}" srcOrd="2" destOrd="0" parTransId="{3035B500-CFA4-4B5F-AA2D-7772D3A52051}" sibTransId="{5E48962C-3934-45E3-8F53-E3FD7C6EBC7B}"/>
    <dgm:cxn modelId="{FEA23A2F-0A15-474E-8A3D-C47BED71D4E5}" type="presOf" srcId="{A68E9CA8-885C-42C5-A0CF-9514832D6AB3}" destId="{77A4417C-4151-42CB-9DDD-8BE45DB24033}" srcOrd="0" destOrd="0" presId="urn:microsoft.com/office/officeart/2018/2/layout/IconLabelList"/>
    <dgm:cxn modelId="{9BCF753C-D6DC-44EA-8FD4-DBFCAB4A6D46}" type="presOf" srcId="{1B6B789C-D1F2-44C9-AF7D-BB26812B932F}" destId="{5B6CAC12-00B4-4D20-8BAF-760A6BB9F4ED}" srcOrd="0" destOrd="0" presId="urn:microsoft.com/office/officeart/2018/2/layout/IconLabelList"/>
    <dgm:cxn modelId="{169E8C3F-E192-4710-B7E5-1251622BF192}" type="presOf" srcId="{60DEAEA0-241E-4CFB-BD67-D1C34EA9CA4F}" destId="{12D01BA1-A251-4395-985A-23FE3B2470A8}" srcOrd="0" destOrd="0" presId="urn:microsoft.com/office/officeart/2018/2/layout/IconLabelList"/>
    <dgm:cxn modelId="{E8EB506C-DCB5-409E-B99F-BE42AE5503CF}" type="presOf" srcId="{D10F398D-BAB9-4434-90B1-C8BDD5FF06C1}" destId="{A8E3D237-2884-40F9-B40F-0F42532A9A9D}" srcOrd="0" destOrd="0" presId="urn:microsoft.com/office/officeart/2018/2/layout/IconLabelList"/>
    <dgm:cxn modelId="{A1AC1172-5356-4C6A-A7E6-575BAC1B74A3}" srcId="{1B6B789C-D1F2-44C9-AF7D-BB26812B932F}" destId="{A68E9CA8-885C-42C5-A0CF-9514832D6AB3}" srcOrd="0" destOrd="0" parTransId="{C066542D-2CF0-4531-8FBD-26858CDF3952}" sibTransId="{26E09BBA-CCDE-4615-90BB-A12F19A58510}"/>
    <dgm:cxn modelId="{2529697C-6584-4E7B-AFF1-28F9D2F66DC0}" srcId="{1B6B789C-D1F2-44C9-AF7D-BB26812B932F}" destId="{D10F398D-BAB9-4434-90B1-C8BDD5FF06C1}" srcOrd="5" destOrd="0" parTransId="{C832E93F-BD30-405C-B6FB-CAF4AAAAF940}" sibTransId="{28045E4C-C6C2-44CD-9439-6C7F1E62B12F}"/>
    <dgm:cxn modelId="{69FE6E8D-8003-4713-96D3-860E60422DD8}" srcId="{1B6B789C-D1F2-44C9-AF7D-BB26812B932F}" destId="{DFFF6353-EE37-4D33-8112-39683A3CAD33}" srcOrd="1" destOrd="0" parTransId="{B8973CB4-2DE7-4133-ADB7-5CE60EE14D58}" sibTransId="{B1E12EE6-DC8E-4B19-8AF7-D9C65EFB8A93}"/>
    <dgm:cxn modelId="{E9D1A6B1-700D-4228-82C1-044759780C88}" srcId="{1B6B789C-D1F2-44C9-AF7D-BB26812B932F}" destId="{60DEAEA0-241E-4CFB-BD67-D1C34EA9CA4F}" srcOrd="4" destOrd="0" parTransId="{A987E427-4D7C-472B-A6C9-35102F1DB5C9}" sibTransId="{292F789B-987E-41D4-8434-78BB1A894BE1}"/>
    <dgm:cxn modelId="{4FCE1AB4-8957-48A6-AB20-ED9FA3030862}" type="presOf" srcId="{1A1C3E76-44BA-490E-97CE-3D22B918073D}" destId="{DF6E6C77-B8F8-4FC7-AACA-E5D8859E0A60}" srcOrd="0" destOrd="0" presId="urn:microsoft.com/office/officeart/2018/2/layout/IconLabelList"/>
    <dgm:cxn modelId="{81A225DF-643B-40C7-B7DB-3898505EB4DE}" srcId="{1B6B789C-D1F2-44C9-AF7D-BB26812B932F}" destId="{1A1C3E76-44BA-490E-97CE-3D22B918073D}" srcOrd="3" destOrd="0" parTransId="{6047B449-BE55-40EA-9697-9A3E05522A8F}" sibTransId="{3EA5652E-D33E-4236-B67C-029486F13673}"/>
    <dgm:cxn modelId="{8DCD81F1-D70E-4BEE-847F-7902D8A05867}" type="presOf" srcId="{C02A95C4-2CA8-4CA8-A1A8-1FE98ADF3638}" destId="{E51C73CC-BF47-4ACA-85F4-963F73625DC1}" srcOrd="0" destOrd="0" presId="urn:microsoft.com/office/officeart/2018/2/layout/IconLabelList"/>
    <dgm:cxn modelId="{FE2AB864-9371-4FB4-BB5C-CDCD2EBF14CB}" type="presParOf" srcId="{5B6CAC12-00B4-4D20-8BAF-760A6BB9F4ED}" destId="{A25AED7B-A83A-47A4-8EF5-DE18B4BDC2CA}" srcOrd="0" destOrd="0" presId="urn:microsoft.com/office/officeart/2018/2/layout/IconLabelList"/>
    <dgm:cxn modelId="{19AD1D7F-5DF2-4F5B-80B5-DD5E13E9534A}" type="presParOf" srcId="{A25AED7B-A83A-47A4-8EF5-DE18B4BDC2CA}" destId="{00262922-62FD-422F-8A3F-CDD2B045884F}" srcOrd="0" destOrd="0" presId="urn:microsoft.com/office/officeart/2018/2/layout/IconLabelList"/>
    <dgm:cxn modelId="{8924B97B-2C16-4E59-8120-97A370B282F5}" type="presParOf" srcId="{A25AED7B-A83A-47A4-8EF5-DE18B4BDC2CA}" destId="{E671A9D5-FD7D-4A69-9B0C-855491D6A691}" srcOrd="1" destOrd="0" presId="urn:microsoft.com/office/officeart/2018/2/layout/IconLabelList"/>
    <dgm:cxn modelId="{28F4AD90-67B9-42DA-A1BC-D085A18D3D98}" type="presParOf" srcId="{A25AED7B-A83A-47A4-8EF5-DE18B4BDC2CA}" destId="{77A4417C-4151-42CB-9DDD-8BE45DB24033}" srcOrd="2" destOrd="0" presId="urn:microsoft.com/office/officeart/2018/2/layout/IconLabelList"/>
    <dgm:cxn modelId="{421B396B-60CB-4070-9A91-C33F7562526D}" type="presParOf" srcId="{5B6CAC12-00B4-4D20-8BAF-760A6BB9F4ED}" destId="{952BC04D-338E-40EB-A4B2-2B6E4C45E655}" srcOrd="1" destOrd="0" presId="urn:microsoft.com/office/officeart/2018/2/layout/IconLabelList"/>
    <dgm:cxn modelId="{D2AB905D-50D5-4433-8076-9A0041C7E6D8}" type="presParOf" srcId="{5B6CAC12-00B4-4D20-8BAF-760A6BB9F4ED}" destId="{2DF43031-6E15-43E5-9EC6-FD055C11F55C}" srcOrd="2" destOrd="0" presId="urn:microsoft.com/office/officeart/2018/2/layout/IconLabelList"/>
    <dgm:cxn modelId="{AC4B771D-6571-4A36-B912-73163117E8A3}" type="presParOf" srcId="{2DF43031-6E15-43E5-9EC6-FD055C11F55C}" destId="{41C98A3E-4836-4BD1-9B94-A941322B0316}" srcOrd="0" destOrd="0" presId="urn:microsoft.com/office/officeart/2018/2/layout/IconLabelList"/>
    <dgm:cxn modelId="{15024049-A985-474D-BD47-503A46C06A72}" type="presParOf" srcId="{2DF43031-6E15-43E5-9EC6-FD055C11F55C}" destId="{19A978BC-2FA0-4755-BB94-B0F39B49198D}" srcOrd="1" destOrd="0" presId="urn:microsoft.com/office/officeart/2018/2/layout/IconLabelList"/>
    <dgm:cxn modelId="{C61A83E5-2D1E-44A1-AD28-F7D08EED4C16}" type="presParOf" srcId="{2DF43031-6E15-43E5-9EC6-FD055C11F55C}" destId="{C6AA9A93-75AF-41B1-9EAD-260392A9F70A}" srcOrd="2" destOrd="0" presId="urn:microsoft.com/office/officeart/2018/2/layout/IconLabelList"/>
    <dgm:cxn modelId="{39509B35-BF9F-4D16-899A-A78D1FB93A07}" type="presParOf" srcId="{5B6CAC12-00B4-4D20-8BAF-760A6BB9F4ED}" destId="{261CBFC5-96A8-4EDB-B226-30933C55BA84}" srcOrd="3" destOrd="0" presId="urn:microsoft.com/office/officeart/2018/2/layout/IconLabelList"/>
    <dgm:cxn modelId="{071C49AD-F78A-48A5-9E29-E4266BEBC72B}" type="presParOf" srcId="{5B6CAC12-00B4-4D20-8BAF-760A6BB9F4ED}" destId="{3727EB65-8782-4B36-BA1C-39FF7DE75834}" srcOrd="4" destOrd="0" presId="urn:microsoft.com/office/officeart/2018/2/layout/IconLabelList"/>
    <dgm:cxn modelId="{6286B50F-F236-4397-A55D-B3163A3E6DA3}" type="presParOf" srcId="{3727EB65-8782-4B36-BA1C-39FF7DE75834}" destId="{8823BDDC-AA47-45DF-A23D-02FF7EB325BD}" srcOrd="0" destOrd="0" presId="urn:microsoft.com/office/officeart/2018/2/layout/IconLabelList"/>
    <dgm:cxn modelId="{B00159FD-4470-4C3A-ABBE-476BDE2465E3}" type="presParOf" srcId="{3727EB65-8782-4B36-BA1C-39FF7DE75834}" destId="{A6ABA69A-4105-41C7-A138-3FC4B17ED435}" srcOrd="1" destOrd="0" presId="urn:microsoft.com/office/officeart/2018/2/layout/IconLabelList"/>
    <dgm:cxn modelId="{0B9ED001-C615-45BB-9179-CE98F347EC5B}" type="presParOf" srcId="{3727EB65-8782-4B36-BA1C-39FF7DE75834}" destId="{E51C73CC-BF47-4ACA-85F4-963F73625DC1}" srcOrd="2" destOrd="0" presId="urn:microsoft.com/office/officeart/2018/2/layout/IconLabelList"/>
    <dgm:cxn modelId="{D8DB9AB6-A4D8-4729-8522-537D3D1B93A9}" type="presParOf" srcId="{5B6CAC12-00B4-4D20-8BAF-760A6BB9F4ED}" destId="{C983052A-7B3D-4CE1-BCFA-FA73C126D93B}" srcOrd="5" destOrd="0" presId="urn:microsoft.com/office/officeart/2018/2/layout/IconLabelList"/>
    <dgm:cxn modelId="{42AFBB27-BA52-4B7F-AFD0-3F56C95DB720}" type="presParOf" srcId="{5B6CAC12-00B4-4D20-8BAF-760A6BB9F4ED}" destId="{AFC73B2A-81E2-40AF-A4CA-25C0DFCC6042}" srcOrd="6" destOrd="0" presId="urn:microsoft.com/office/officeart/2018/2/layout/IconLabelList"/>
    <dgm:cxn modelId="{0CE65BB1-FDE0-4FE0-9B9D-76DFBFFF8BFA}" type="presParOf" srcId="{AFC73B2A-81E2-40AF-A4CA-25C0DFCC6042}" destId="{2E3E08C4-8D05-4A8A-A99E-7D7301EF37BD}" srcOrd="0" destOrd="0" presId="urn:microsoft.com/office/officeart/2018/2/layout/IconLabelList"/>
    <dgm:cxn modelId="{4F86CFD5-68E0-4BB2-9532-146CD3C1F5A8}" type="presParOf" srcId="{AFC73B2A-81E2-40AF-A4CA-25C0DFCC6042}" destId="{A995058A-01B2-4D52-A8C4-DCA564EEFAD0}" srcOrd="1" destOrd="0" presId="urn:microsoft.com/office/officeart/2018/2/layout/IconLabelList"/>
    <dgm:cxn modelId="{6BB9BC7C-00D9-4E51-8239-DBE7B7065D49}" type="presParOf" srcId="{AFC73B2A-81E2-40AF-A4CA-25C0DFCC6042}" destId="{DF6E6C77-B8F8-4FC7-AACA-E5D8859E0A60}" srcOrd="2" destOrd="0" presId="urn:microsoft.com/office/officeart/2018/2/layout/IconLabelList"/>
    <dgm:cxn modelId="{AF70E105-AD90-4D74-A093-42F7677131F3}" type="presParOf" srcId="{5B6CAC12-00B4-4D20-8BAF-760A6BB9F4ED}" destId="{DAB5B8F6-6465-4732-A911-2EF90FC6FDB4}" srcOrd="7" destOrd="0" presId="urn:microsoft.com/office/officeart/2018/2/layout/IconLabelList"/>
    <dgm:cxn modelId="{31DE9490-D889-4E1E-B690-6ACDA68BFE8A}" type="presParOf" srcId="{5B6CAC12-00B4-4D20-8BAF-760A6BB9F4ED}" destId="{1997B29F-4AF5-4C7B-A2F9-45405627BCA4}" srcOrd="8" destOrd="0" presId="urn:microsoft.com/office/officeart/2018/2/layout/IconLabelList"/>
    <dgm:cxn modelId="{0E95F7F1-11C9-4745-B6DE-161B972A57B3}" type="presParOf" srcId="{1997B29F-4AF5-4C7B-A2F9-45405627BCA4}" destId="{412DC8CE-DBEB-429F-B94B-490A7FC751F0}" srcOrd="0" destOrd="0" presId="urn:microsoft.com/office/officeart/2018/2/layout/IconLabelList"/>
    <dgm:cxn modelId="{EADE069A-4328-4360-9D3E-34FF4E6CBA42}" type="presParOf" srcId="{1997B29F-4AF5-4C7B-A2F9-45405627BCA4}" destId="{4ADE5A0A-F720-4302-A516-72A2EB86C1E4}" srcOrd="1" destOrd="0" presId="urn:microsoft.com/office/officeart/2018/2/layout/IconLabelList"/>
    <dgm:cxn modelId="{3396EE37-9B74-48F8-8F4F-EC9240C5DC2F}" type="presParOf" srcId="{1997B29F-4AF5-4C7B-A2F9-45405627BCA4}" destId="{12D01BA1-A251-4395-985A-23FE3B2470A8}" srcOrd="2" destOrd="0" presId="urn:microsoft.com/office/officeart/2018/2/layout/IconLabelList"/>
    <dgm:cxn modelId="{5D144B53-A9E6-409A-BFA9-6F388BEF51BE}" type="presParOf" srcId="{5B6CAC12-00B4-4D20-8BAF-760A6BB9F4ED}" destId="{797DC2B3-6E39-4993-BDB2-4967D8A4F5FD}" srcOrd="9" destOrd="0" presId="urn:microsoft.com/office/officeart/2018/2/layout/IconLabelList"/>
    <dgm:cxn modelId="{1DAAE67F-9E00-4199-8F6A-B29B7EA69857}" type="presParOf" srcId="{5B6CAC12-00B4-4D20-8BAF-760A6BB9F4ED}" destId="{94A0C903-98CE-43EB-83E3-E0AC8AB86243}" srcOrd="10" destOrd="0" presId="urn:microsoft.com/office/officeart/2018/2/layout/IconLabelList"/>
    <dgm:cxn modelId="{22698736-6E24-4AA8-B4AA-9FD928D1E41D}" type="presParOf" srcId="{94A0C903-98CE-43EB-83E3-E0AC8AB86243}" destId="{32C61EE8-AF98-440E-87AB-FE26B49CFE72}" srcOrd="0" destOrd="0" presId="urn:microsoft.com/office/officeart/2018/2/layout/IconLabelList"/>
    <dgm:cxn modelId="{6B6C6204-9BBA-4148-B9C6-CEA543818E4A}" type="presParOf" srcId="{94A0C903-98CE-43EB-83E3-E0AC8AB86243}" destId="{1410435E-1D19-4AED-A215-C8C868BCFF07}" srcOrd="1" destOrd="0" presId="urn:microsoft.com/office/officeart/2018/2/layout/IconLabelList"/>
    <dgm:cxn modelId="{E44B89BF-879E-4036-B2DF-1033C04D5EB6}" type="presParOf" srcId="{94A0C903-98CE-43EB-83E3-E0AC8AB86243}" destId="{A8E3D237-2884-40F9-B40F-0F42532A9A9D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0262922-62FD-422F-8A3F-CDD2B045884F}">
      <dsp:nvSpPr>
        <dsp:cNvPr id="0" name=""/>
        <dsp:cNvSpPr/>
      </dsp:nvSpPr>
      <dsp:spPr>
        <a:xfrm>
          <a:off x="438504" y="1494301"/>
          <a:ext cx="715078" cy="71507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A4417C-4151-42CB-9DDD-8BE45DB24033}">
      <dsp:nvSpPr>
        <dsp:cNvPr id="0" name=""/>
        <dsp:cNvSpPr/>
      </dsp:nvSpPr>
      <dsp:spPr>
        <a:xfrm>
          <a:off x="1512" y="2486357"/>
          <a:ext cx="1589062" cy="635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1" kern="1200" dirty="0"/>
            <a:t>Python Programming</a:t>
          </a:r>
          <a:r>
            <a:rPr lang="en-IN" sz="1100" kern="1200" dirty="0"/>
            <a:t> – Used to develop the accident detection and alert system.</a:t>
          </a:r>
          <a:endParaRPr lang="en-US" sz="1100" kern="1200" dirty="0"/>
        </a:p>
      </dsp:txBody>
      <dsp:txXfrm>
        <a:off x="1512" y="2486357"/>
        <a:ext cx="1589062" cy="635625"/>
      </dsp:txXfrm>
    </dsp:sp>
    <dsp:sp modelId="{41C98A3E-4836-4BD1-9B94-A941322B0316}">
      <dsp:nvSpPr>
        <dsp:cNvPr id="0" name=""/>
        <dsp:cNvSpPr/>
      </dsp:nvSpPr>
      <dsp:spPr>
        <a:xfrm>
          <a:off x="2305652" y="1494301"/>
          <a:ext cx="715078" cy="71507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AA9A93-75AF-41B1-9EAD-260392A9F70A}">
      <dsp:nvSpPr>
        <dsp:cNvPr id="0" name=""/>
        <dsp:cNvSpPr/>
      </dsp:nvSpPr>
      <dsp:spPr>
        <a:xfrm>
          <a:off x="1868660" y="2486357"/>
          <a:ext cx="1589062" cy="635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1" kern="1200"/>
            <a:t>CSV File Processing</a:t>
          </a:r>
          <a:r>
            <a:rPr lang="en-IN" sz="1100" kern="1200"/>
            <a:t> – Stores and manages accident records and sensor data efficiently.</a:t>
          </a:r>
          <a:endParaRPr lang="en-US" sz="1100" kern="1200"/>
        </a:p>
      </dsp:txBody>
      <dsp:txXfrm>
        <a:off x="1868660" y="2486357"/>
        <a:ext cx="1589062" cy="635625"/>
      </dsp:txXfrm>
    </dsp:sp>
    <dsp:sp modelId="{8823BDDC-AA47-45DF-A23D-02FF7EB325BD}">
      <dsp:nvSpPr>
        <dsp:cNvPr id="0" name=""/>
        <dsp:cNvSpPr/>
      </dsp:nvSpPr>
      <dsp:spPr>
        <a:xfrm>
          <a:off x="4172801" y="1494301"/>
          <a:ext cx="715078" cy="71507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1C73CC-BF47-4ACA-85F4-963F73625DC1}">
      <dsp:nvSpPr>
        <dsp:cNvPr id="0" name=""/>
        <dsp:cNvSpPr/>
      </dsp:nvSpPr>
      <dsp:spPr>
        <a:xfrm>
          <a:off x="3735809" y="2486357"/>
          <a:ext cx="1589062" cy="635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1" kern="1200"/>
            <a:t>Data Analysis</a:t>
          </a:r>
          <a:r>
            <a:rPr lang="en-IN" sz="1100" kern="1200"/>
            <a:t> – Analyzes collected data to identify accident patterns and trends.</a:t>
          </a:r>
          <a:endParaRPr lang="en-US" sz="1100" kern="1200"/>
        </a:p>
      </dsp:txBody>
      <dsp:txXfrm>
        <a:off x="3735809" y="2486357"/>
        <a:ext cx="1589062" cy="635625"/>
      </dsp:txXfrm>
    </dsp:sp>
    <dsp:sp modelId="{2E3E08C4-8D05-4A8A-A99E-7D7301EF37BD}">
      <dsp:nvSpPr>
        <dsp:cNvPr id="0" name=""/>
        <dsp:cNvSpPr/>
      </dsp:nvSpPr>
      <dsp:spPr>
        <a:xfrm>
          <a:off x="6039949" y="1494301"/>
          <a:ext cx="715078" cy="71507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6E6C77-B8F8-4FC7-AACA-E5D8859E0A60}">
      <dsp:nvSpPr>
        <dsp:cNvPr id="0" name=""/>
        <dsp:cNvSpPr/>
      </dsp:nvSpPr>
      <dsp:spPr>
        <a:xfrm>
          <a:off x="5602957" y="2486357"/>
          <a:ext cx="1589062" cy="635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1" kern="1200"/>
            <a:t>GPS Location Tracking</a:t>
          </a:r>
          <a:r>
            <a:rPr lang="en-IN" sz="1100" kern="1200"/>
            <a:t> – Determines and shares the exact accident location in real time.</a:t>
          </a:r>
          <a:endParaRPr lang="en-US" sz="1100" kern="1200"/>
        </a:p>
      </dsp:txBody>
      <dsp:txXfrm>
        <a:off x="5602957" y="2486357"/>
        <a:ext cx="1589062" cy="635625"/>
      </dsp:txXfrm>
    </dsp:sp>
    <dsp:sp modelId="{412DC8CE-DBEB-429F-B94B-490A7FC751F0}">
      <dsp:nvSpPr>
        <dsp:cNvPr id="0" name=""/>
        <dsp:cNvSpPr/>
      </dsp:nvSpPr>
      <dsp:spPr>
        <a:xfrm>
          <a:off x="7907098" y="1494301"/>
          <a:ext cx="715078" cy="71507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D01BA1-A251-4395-985A-23FE3B2470A8}">
      <dsp:nvSpPr>
        <dsp:cNvPr id="0" name=""/>
        <dsp:cNvSpPr/>
      </dsp:nvSpPr>
      <dsp:spPr>
        <a:xfrm>
          <a:off x="7470105" y="2486357"/>
          <a:ext cx="1589062" cy="635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1" kern="1200"/>
            <a:t>Artificial Intelligence (AI)</a:t>
          </a:r>
          <a:r>
            <a:rPr lang="en-IN" sz="1100" kern="1200"/>
            <a:t> – Automatically detects accidents using intelligent algorithms.</a:t>
          </a:r>
          <a:endParaRPr lang="en-US" sz="1100" kern="1200"/>
        </a:p>
      </dsp:txBody>
      <dsp:txXfrm>
        <a:off x="7470105" y="2486357"/>
        <a:ext cx="1589062" cy="635625"/>
      </dsp:txXfrm>
    </dsp:sp>
    <dsp:sp modelId="{32C61EE8-AF98-440E-87AB-FE26B49CFE72}">
      <dsp:nvSpPr>
        <dsp:cNvPr id="0" name=""/>
        <dsp:cNvSpPr/>
      </dsp:nvSpPr>
      <dsp:spPr>
        <a:xfrm>
          <a:off x="9774246" y="1494301"/>
          <a:ext cx="715078" cy="71507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E3D237-2884-40F9-B40F-0F42532A9A9D}">
      <dsp:nvSpPr>
        <dsp:cNvPr id="0" name=""/>
        <dsp:cNvSpPr/>
      </dsp:nvSpPr>
      <dsp:spPr>
        <a:xfrm>
          <a:off x="9337254" y="2486357"/>
          <a:ext cx="1589062" cy="635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1" kern="1200"/>
            <a:t>Matplotlib &amp; Pandas</a:t>
          </a:r>
          <a:r>
            <a:rPr lang="en-IN" sz="1100" kern="1200"/>
            <a:t> – Used for data visualization, reporting, and performance analysis.</a:t>
          </a:r>
          <a:endParaRPr lang="en-US" sz="1100" kern="1200"/>
        </a:p>
      </dsp:txBody>
      <dsp:txXfrm>
        <a:off x="9337254" y="2486357"/>
        <a:ext cx="1589062" cy="63562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DA8D7-99B5-098C-EE8A-194760EFC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F87671-8E5D-A08C-F4A9-C2D6077864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064F74-5725-71A6-773B-9C5412FA4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1CEBC-AF60-4777-8E4A-0B2CE0292D95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48C2E7-5C88-F85B-F852-F0906878A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18E926-720A-4BA2-F264-F2AF647FD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689FE-4A70-4ECB-B210-F20C6D8802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5481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378D3-F7D4-F8CC-1B4A-1B00669565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6CF7CD-E84C-B02B-16AF-5A32F2ED42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40D1C2-2A56-63C1-DB8C-9E470406A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1CEBC-AF60-4777-8E4A-0B2CE0292D95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B7D4D9-589B-2EE6-38E2-7CB467992B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673861-D00B-46D1-5E4A-A8F5D0B94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689FE-4A70-4ECB-B210-F20C6D8802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55215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5BD6E-A718-1552-BAB9-07ABF161B0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C4E46A-9E5A-65F3-7700-C7F155F89C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DBAC3F-AF62-7510-558F-90EAEA2B9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1CEBC-AF60-4777-8E4A-0B2CE0292D95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D02998-3B70-C646-D8B4-F78783EE3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3AC1C8-EE4F-017B-BA2B-70C895735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689FE-4A70-4ECB-B210-F20C6D8802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12871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5D337-6BA1-2ED5-1877-DB18E82F9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7BBB3F-5724-C594-BA1F-321C54DD3B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17C168-9918-8BE5-A28B-BD2106A01D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C45FA8-00F8-07A9-7AEA-F39F526D4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1CEBC-AF60-4777-8E4A-0B2CE0292D95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B87FB3-F8A6-AB73-A823-2ED53C575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0385A0-E952-9FA9-80FE-0EE347E28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689FE-4A70-4ECB-B210-F20C6D8802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85313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12D2C-A16D-56C5-274B-B36911AE3C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5703D4-3AF7-812B-D6C5-C179C3027A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F792F0-0E5E-5385-FB04-BAF5E0AEBB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F8BBAA-C3C2-57D2-3066-C9A56354A2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8A668F-3255-D7E0-5074-3A371C60DE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2D48241-9E80-A298-48D6-9781459BD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1CEBC-AF60-4777-8E4A-0B2CE0292D95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0C0524-A165-47C5-62E8-142F5A8FE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D25E36-7E7B-4D0A-FB82-AF0565B0E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689FE-4A70-4ECB-B210-F20C6D8802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79182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C1908E-2440-F9B1-B7CE-EEC1B425E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D89893-0531-D790-C74F-06272E260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1CEBC-AF60-4777-8E4A-0B2CE0292D95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1CE70E-D83A-9F4B-2EF7-F5D12726D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B9459C-9A51-F7A9-C9B6-62F1B234F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689FE-4A70-4ECB-B210-F20C6D8802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86472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A42E9A-76FF-62B4-57A0-D26EBC0439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1CEBC-AF60-4777-8E4A-0B2CE0292D95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E572D5-E72E-312F-1F28-DB2934FE38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3239A2-AD01-C5AF-AFE8-2577EF320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689FE-4A70-4ECB-B210-F20C6D8802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27294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11419-C6C6-AB86-C34F-116F558FA6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CF3C09-186A-7223-C3D6-4FDD80E8F3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98372B-8C0D-2011-C36B-6CCF21D4B8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51C0BF-65DD-4C44-D03A-E5659D74C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1CEBC-AF60-4777-8E4A-0B2CE0292D95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E8B6BA-69C8-FAFB-E373-19CA18AAD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70A053-AE07-16E6-1717-41C95D548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689FE-4A70-4ECB-B210-F20C6D8802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3166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ECB35-A393-FF33-B73B-DBC47CE88C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5C0AE98-22A1-22AB-81AE-BD1FBBB1A5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1A0A7A-372B-B6E6-5464-4AB2441CAA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B0A182-BB29-7FEF-4FF2-24239EF6B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1CEBC-AF60-4777-8E4A-0B2CE0292D95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A321D3-1575-E8AC-D74C-15D57CEA15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F9DBA2-1EEF-944D-1DE0-29295E479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689FE-4A70-4ECB-B210-F20C6D8802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47466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02056-51E7-7F3B-B6A8-3FF607A21E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3C59B6-B28A-29D6-C672-39AEEF507A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8EF41-BB7B-63E2-57C8-5054918B8A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1CEBC-AF60-4777-8E4A-0B2CE0292D95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444BDB-8491-7AD4-1169-B30903BB0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F5695E-9AD7-92B2-7074-FDBEA4CC2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689FE-4A70-4ECB-B210-F20C6D8802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34843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AAD231F-2066-3C55-EED1-30C451ABFD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BA2A24-B06C-56BD-D4FD-0F729FBC8D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AFBE92-FDB0-58D6-CFB4-14EDBFAF1F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1CEBC-AF60-4777-8E4A-0B2CE0292D95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9F7BB6-8EFB-41F7-037F-6789DFC5E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208D07-6299-0636-EB95-7027AAB4D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689FE-4A70-4ECB-B210-F20C6D8802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33224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A343EA4-7856-78BB-DE17-AD42372704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9CD145-E3D3-32A6-57F0-AA2110874B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8C650F-E0DE-D587-8DE3-491F4543DC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C1CEBC-AF60-4777-8E4A-0B2CE0292D95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59E7AA-E966-373A-7EF8-D0011606D4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D098BF-E926-6A49-73BE-19557AF8D0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B689FE-4A70-4ECB-B210-F20C6D8802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2495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researchoutreach.org/articles/meaningful-human-control-designing-safety-automated-driving-systems/" TargetMode="External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ADD49AF-0BB7-6B25-5A66-421B20D773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-1" b="-78661"/>
          <a:stretch>
            <a:fillRect/>
          </a:stretch>
        </p:blipFill>
        <p:spPr>
          <a:xfrm>
            <a:off x="-2" y="0"/>
            <a:ext cx="12191999" cy="6858000"/>
          </a:xfrm>
          <a:prstGeom prst="rect">
            <a:avLst/>
          </a:prstGeom>
        </p:spPr>
      </p:pic>
      <p:pic>
        <p:nvPicPr>
          <p:cNvPr id="4" name="Google Shape;131;p25">
            <a:extLst>
              <a:ext uri="{FF2B5EF4-FFF2-40B4-BE49-F238E27FC236}">
                <a16:creationId xmlns:a16="http://schemas.microsoft.com/office/drawing/2014/main" id="{C94F8F15-73AB-762C-8883-155CB82F0DE5}"/>
              </a:ext>
            </a:extLst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426893" y="500063"/>
            <a:ext cx="8633361" cy="80158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ABD1ED5-BC60-692C-818F-DF33DE4D36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9174" y="2395538"/>
            <a:ext cx="11693793" cy="2547937"/>
          </a:xfrm>
        </p:spPr>
        <p:txBody>
          <a:bodyPr>
            <a:normAutofit/>
          </a:bodyPr>
          <a:lstStyle/>
          <a:p>
            <a:r>
              <a:rPr lang="en-GB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Capstone Project </a:t>
            </a:r>
            <a:br>
              <a:rPr lang="en-GB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GB" sz="4000" dirty="0"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</a:b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AI-Powered Road Accident Detection and Automated Rescue Alert System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81C8FF-D17F-DF08-9879-38CF2360014A}"/>
              </a:ext>
            </a:extLst>
          </p:cNvPr>
          <p:cNvSpPr txBox="1"/>
          <p:nvPr/>
        </p:nvSpPr>
        <p:spPr>
          <a:xfrm>
            <a:off x="409174" y="5510807"/>
            <a:ext cx="252402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BY: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GB" dirty="0"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Prof. </a:t>
            </a:r>
            <a:r>
              <a:rPr lang="en-GB" dirty="0" err="1"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DR.Vijayaragavan</a:t>
            </a:r>
            <a:endParaRPr lang="en-GB" dirty="0">
              <a:highlight>
                <a:srgbClr val="FFFFFF"/>
              </a:highlight>
              <a:latin typeface="Times New Roman" panose="02020603050405020304" pitchFamily="18" charset="0"/>
              <a:ea typeface="Times New Roman" panose="02020603050405020304"/>
              <a:cs typeface="Times New Roman" panose="02020603050405020304" pitchFamily="18" charset="0"/>
              <a:sym typeface="Times New Roman" panose="02020603050405020304"/>
            </a:endParaRPr>
          </a:p>
          <a:p>
            <a:r>
              <a:rPr lang="en-GB" dirty="0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/>
              </a:rPr>
              <a:t>  </a:t>
            </a:r>
            <a:r>
              <a:rPr lang="en-GB" dirty="0" err="1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/>
              </a:rPr>
              <a:t>DR.S.K.Aruna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70C09D-E9E8-A372-7240-CD52FFC50186}"/>
              </a:ext>
            </a:extLst>
          </p:cNvPr>
          <p:cNvSpPr txBox="1"/>
          <p:nvPr/>
        </p:nvSpPr>
        <p:spPr>
          <a:xfrm>
            <a:off x="8993344" y="5439072"/>
            <a:ext cx="266611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K.Tejaswi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(192525407)</a:t>
            </a:r>
          </a:p>
          <a:p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M.Nagashalini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(192524183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53350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9C378-11E7-C88F-9298-A3B0EB2631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FD9A10-94AB-63C0-F84C-076B452766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82503" y="2047006"/>
            <a:ext cx="10515600" cy="4351338"/>
          </a:xfrm>
        </p:spPr>
        <p:txBody>
          <a:bodyPr>
            <a:normAutofit fontScale="85000" lnSpcReduction="20000"/>
          </a:bodyPr>
          <a:lstStyle/>
          <a:p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  <a:p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Accident Reporting Systems</a:t>
            </a:r>
          </a:p>
          <a:p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Accident Detection &amp; Rescue Alert System</a:t>
            </a:r>
          </a:p>
          <a:p>
            <a:r>
              <a:rPr lang="en-US" sz="2600" dirty="0">
                <a:latin typeface="Times New Roman"/>
                <a:cs typeface="Times New Roman"/>
              </a:rPr>
              <a:t>Circuit Diagram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</a:p>
          <a:p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</a:p>
          <a:p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  <a:p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420622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B74EF3-B34D-E016-0105-A9E717BB9E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AC1AE9-6C4F-F2EE-8071-335D8A6FAF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750" y="1756577"/>
            <a:ext cx="7086020" cy="4862884"/>
          </a:xfrm>
        </p:spPr>
        <p:txBody>
          <a:bodyPr anchor="t">
            <a:norm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Road accidents are a major cause of injuries and fatalities worldwide, affecting public safety and transportation systems.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Delayed accident reporting often prevents victims from receiving immediate medical assistance, increasing the risk of severe consequences.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Quick emergency response is essential to improve survival rates and reduce the impact of injuries.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reporting methods rely on victims or witnesses, which may not be possible during serious accidents.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uses Artificial Intelligence (AI) and Python-based technologies to automatically detect accident events in real time.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Once an accident is detected, the system instantly sends alerts with location details to emergency services, enabling faster rescue operations and improving road safety. </a:t>
            </a:r>
          </a:p>
          <a:p>
            <a:endParaRPr lang="en-IN" sz="17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C995FA2-EEBB-A1CC-779F-DEDF1EADE6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2" t="37895" r="-653" b="38057"/>
          <a:stretch>
            <a:fillRect/>
          </a:stretch>
        </p:blipFill>
        <p:spPr>
          <a:xfrm>
            <a:off x="7475633" y="2071316"/>
            <a:ext cx="3941064" cy="3654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0075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697BECB-54F6-3611-9AD3-A0F6EF4873D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14106375"/>
              </p:ext>
            </p:extLst>
          </p:nvPr>
        </p:nvGraphicFramePr>
        <p:xfrm>
          <a:off x="699364" y="1385858"/>
          <a:ext cx="10863986" cy="49356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5461">
                  <a:extLst>
                    <a:ext uri="{9D8B030D-6E8A-4147-A177-3AD203B41FA5}">
                      <a16:colId xmlns:a16="http://schemas.microsoft.com/office/drawing/2014/main" val="711168391"/>
                    </a:ext>
                  </a:extLst>
                </a:gridCol>
                <a:gridCol w="2052491">
                  <a:extLst>
                    <a:ext uri="{9D8B030D-6E8A-4147-A177-3AD203B41FA5}">
                      <a16:colId xmlns:a16="http://schemas.microsoft.com/office/drawing/2014/main" val="4205631000"/>
                    </a:ext>
                  </a:extLst>
                </a:gridCol>
                <a:gridCol w="980676">
                  <a:extLst>
                    <a:ext uri="{9D8B030D-6E8A-4147-A177-3AD203B41FA5}">
                      <a16:colId xmlns:a16="http://schemas.microsoft.com/office/drawing/2014/main" val="3148704718"/>
                    </a:ext>
                  </a:extLst>
                </a:gridCol>
                <a:gridCol w="2544772">
                  <a:extLst>
                    <a:ext uri="{9D8B030D-6E8A-4147-A177-3AD203B41FA5}">
                      <a16:colId xmlns:a16="http://schemas.microsoft.com/office/drawing/2014/main" val="3314525142"/>
                    </a:ext>
                  </a:extLst>
                </a:gridCol>
                <a:gridCol w="2710586">
                  <a:extLst>
                    <a:ext uri="{9D8B030D-6E8A-4147-A177-3AD203B41FA5}">
                      <a16:colId xmlns:a16="http://schemas.microsoft.com/office/drawing/2014/main" val="2144590534"/>
                    </a:ext>
                  </a:extLst>
                </a:gridCol>
              </a:tblGrid>
              <a:tr h="28202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700" u="none" strike="noStrike">
                          <a:effectLst/>
                        </a:rPr>
                        <a:t>SOURCE</a:t>
                      </a:r>
                      <a:endParaRPr lang="en-IN" sz="1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81" marR="9581" marT="958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700" u="none" strike="noStrike">
                          <a:effectLst/>
                        </a:rPr>
                        <a:t>AUTHORS</a:t>
                      </a:r>
                      <a:endParaRPr lang="en-IN" sz="1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81" marR="9581" marT="958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700" u="none" strike="noStrike">
                          <a:effectLst/>
                        </a:rPr>
                        <a:t>YEAR</a:t>
                      </a:r>
                      <a:endParaRPr lang="en-IN" sz="1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81" marR="9581" marT="958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700" u="none" strike="noStrike">
                          <a:effectLst/>
                        </a:rPr>
                        <a:t>KEY CONCEPTS</a:t>
                      </a:r>
                      <a:endParaRPr lang="en-IN" sz="1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81" marR="9581" marT="958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700" u="none" strike="noStrike">
                          <a:effectLst/>
                        </a:rPr>
                        <a:t>LIMITATION</a:t>
                      </a:r>
                      <a:endParaRPr lang="en-IN" sz="1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81" marR="9581" marT="9581" marB="0" anchor="ctr"/>
                </a:tc>
                <a:extLst>
                  <a:ext uri="{0D108BD9-81ED-4DB2-BD59-A6C34878D82A}">
                    <a16:rowId xmlns:a16="http://schemas.microsoft.com/office/drawing/2014/main" val="3930742519"/>
                  </a:ext>
                </a:extLst>
              </a:tr>
              <a:tr h="164187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7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CIRS: A Multi-Agent Machine Learning Framework for Real-Time Accident Detection and Emergency Response</a:t>
                      </a:r>
                      <a:endParaRPr lang="en-IN" sz="1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81" marR="9581" marT="958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7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Sadaf Ayesha et al.</a:t>
                      </a:r>
                      <a:endParaRPr lang="en-IN" sz="1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81" marR="9581" marT="9581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7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  <a:endParaRPr lang="en-IN" sz="17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81" marR="9581" marT="958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7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Uses machine learning and AI agents to detect accidents in real time and coordinate emergency response services.</a:t>
                      </a:r>
                      <a:endParaRPr lang="en-IN" sz="17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81" marR="9581" marT="958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7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Requires extensive training data and computational resources for accurate performance.</a:t>
                      </a:r>
                      <a:endParaRPr lang="en-IN" sz="1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81" marR="9581" marT="9581" marB="0" anchor="ctr"/>
                </a:tc>
                <a:extLst>
                  <a:ext uri="{0D108BD9-81ED-4DB2-BD59-A6C34878D82A}">
                    <a16:rowId xmlns:a16="http://schemas.microsoft.com/office/drawing/2014/main" val="672506366"/>
                  </a:ext>
                </a:extLst>
              </a:tr>
              <a:tr h="136990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7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Smart Shield – Accident Detection and Alert System</a:t>
                      </a:r>
                      <a:endParaRPr lang="en-IN" sz="17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81" marR="9581" marT="958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7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P. Madhavi Latha et al.</a:t>
                      </a:r>
                      <a:endParaRPr lang="en-IN" sz="1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81" marR="9581" marT="9581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7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  <a:endParaRPr lang="en-IN" sz="1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81" marR="9581" marT="958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7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Employs GPS, GSM, and sensor technologies to automatically detect accidents and send emergency alerts.</a:t>
                      </a:r>
                      <a:endParaRPr lang="en-IN" sz="1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81" marR="9581" marT="958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7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capability for accident severity assessment and verification.</a:t>
                      </a:r>
                      <a:endParaRPr lang="en-IN" sz="17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81" marR="9581" marT="9581" marB="0" anchor="ctr"/>
                </a:tc>
                <a:extLst>
                  <a:ext uri="{0D108BD9-81ED-4DB2-BD59-A6C34878D82A}">
                    <a16:rowId xmlns:a16="http://schemas.microsoft.com/office/drawing/2014/main" val="716962507"/>
                  </a:ext>
                </a:extLst>
              </a:tr>
              <a:tr h="164187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7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IoT Based Automatic Vehicle Accident Detection and Rescue System</a:t>
                      </a:r>
                      <a:endParaRPr lang="en-IN" sz="17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81" marR="9581" marT="958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7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Raju Thommandru &amp; Borugadda Swaroopa Ran</a:t>
                      </a:r>
                      <a:endParaRPr lang="en-IN" sz="17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81" marR="9581" marT="9581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7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  <a:endParaRPr lang="en-IN" sz="17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81" marR="9581" marT="958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7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Integrates IoT sensors with GPS and GSM modules for continuous vehicle monitoring and automated rescue notifications.</a:t>
                      </a:r>
                      <a:endParaRPr lang="en-IN" sz="1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81" marR="9581" marT="958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7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Performance depends on sensor reliability and network connectivity.</a:t>
                      </a:r>
                      <a:endParaRPr lang="en-IN" sz="1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81" marR="9581" marT="9581" marB="0" anchor="ctr"/>
                </a:tc>
                <a:extLst>
                  <a:ext uri="{0D108BD9-81ED-4DB2-BD59-A6C34878D82A}">
                    <a16:rowId xmlns:a16="http://schemas.microsoft.com/office/drawing/2014/main" val="145112790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29D235D0-A37E-298F-772B-5F26C5B0F1EF}"/>
              </a:ext>
            </a:extLst>
          </p:cNvPr>
          <p:cNvSpPr txBox="1"/>
          <p:nvPr/>
        </p:nvSpPr>
        <p:spPr>
          <a:xfrm>
            <a:off x="3009900" y="397749"/>
            <a:ext cx="593463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</p:spTree>
    <p:extLst>
      <p:ext uri="{BB962C8B-B14F-4D97-AF65-F5344CB8AC3E}">
        <p14:creationId xmlns:p14="http://schemas.microsoft.com/office/powerpoint/2010/main" val="32986649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9BB35BC-D5C2-4C8B-A22A-A71E619191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754657-2BC0-0875-1A0C-55D3C4B1C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3788" y="365125"/>
            <a:ext cx="4840010" cy="1807305"/>
          </a:xfrm>
        </p:spPr>
        <p:txBody>
          <a:bodyPr>
            <a:normAutofit/>
          </a:bodyPr>
          <a:lstStyle/>
          <a:p>
            <a:r>
              <a:rPr lang="en-IN" dirty="0"/>
              <a:t>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ED28DB-9258-88E6-10B5-1DE3E6DCB3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781" r="1" b="25045"/>
          <a:stretch>
            <a:fillRect/>
          </a:stretch>
        </p:blipFill>
        <p:spPr>
          <a:xfrm>
            <a:off x="20" y="10"/>
            <a:ext cx="6116549" cy="6857990"/>
          </a:xfrm>
          <a:custGeom>
            <a:avLst/>
            <a:gdLst/>
            <a:ahLst/>
            <a:cxnLst/>
            <a:rect l="l" t="t" r="r" b="b"/>
            <a:pathLst>
              <a:path w="6116569" h="6879321">
                <a:moveTo>
                  <a:pt x="0" y="0"/>
                </a:moveTo>
                <a:lnTo>
                  <a:pt x="2935851" y="0"/>
                </a:lnTo>
                <a:cubicBezTo>
                  <a:pt x="3035710" y="10660"/>
                  <a:pt x="3138421" y="17767"/>
                  <a:pt x="3238280" y="31980"/>
                </a:cubicBezTo>
                <a:cubicBezTo>
                  <a:pt x="3817462" y="106602"/>
                  <a:pt x="3127009" y="277163"/>
                  <a:pt x="3660541" y="550772"/>
                </a:cubicBezTo>
                <a:cubicBezTo>
                  <a:pt x="3706191" y="575645"/>
                  <a:pt x="3757546" y="579199"/>
                  <a:pt x="3808902" y="589860"/>
                </a:cubicBezTo>
                <a:cubicBezTo>
                  <a:pt x="4008620" y="625393"/>
                  <a:pt x="4211192" y="618286"/>
                  <a:pt x="4413762" y="625393"/>
                </a:cubicBezTo>
                <a:cubicBezTo>
                  <a:pt x="4465118" y="628946"/>
                  <a:pt x="4525033" y="625393"/>
                  <a:pt x="4567830" y="721333"/>
                </a:cubicBezTo>
                <a:cubicBezTo>
                  <a:pt x="4425175" y="724888"/>
                  <a:pt x="4305344" y="731994"/>
                  <a:pt x="4171247" y="792401"/>
                </a:cubicBezTo>
                <a:cubicBezTo>
                  <a:pt x="4239722" y="859916"/>
                  <a:pt x="4322462" y="795955"/>
                  <a:pt x="4376671" y="842148"/>
                </a:cubicBezTo>
                <a:cubicBezTo>
                  <a:pt x="4428027" y="888342"/>
                  <a:pt x="4470824" y="891896"/>
                  <a:pt x="4527887" y="813722"/>
                </a:cubicBezTo>
                <a:cubicBezTo>
                  <a:pt x="4556417" y="774634"/>
                  <a:pt x="4604920" y="778187"/>
                  <a:pt x="4633452" y="799508"/>
                </a:cubicBezTo>
                <a:cubicBezTo>
                  <a:pt x="4781813" y="913216"/>
                  <a:pt x="4778960" y="909662"/>
                  <a:pt x="4947293" y="870576"/>
                </a:cubicBezTo>
                <a:cubicBezTo>
                  <a:pt x="5055712" y="845701"/>
                  <a:pt x="5166983" y="806615"/>
                  <a:pt x="5263988" y="820828"/>
                </a:cubicBezTo>
                <a:cubicBezTo>
                  <a:pt x="5275401" y="867022"/>
                  <a:pt x="5263988" y="888342"/>
                  <a:pt x="5249723" y="895449"/>
                </a:cubicBezTo>
                <a:cubicBezTo>
                  <a:pt x="5021475" y="1005604"/>
                  <a:pt x="4975825" y="1122864"/>
                  <a:pt x="4744723" y="1197485"/>
                </a:cubicBezTo>
                <a:cubicBezTo>
                  <a:pt x="4724751" y="1268552"/>
                  <a:pt x="4807491" y="1275660"/>
                  <a:pt x="4767548" y="1346727"/>
                </a:cubicBezTo>
                <a:cubicBezTo>
                  <a:pt x="4693367" y="1407134"/>
                  <a:pt x="4610627" y="1346727"/>
                  <a:pt x="4539299" y="1421348"/>
                </a:cubicBezTo>
                <a:cubicBezTo>
                  <a:pt x="4550712" y="1471094"/>
                  <a:pt x="4610627" y="1432008"/>
                  <a:pt x="4607773" y="1485309"/>
                </a:cubicBezTo>
                <a:cubicBezTo>
                  <a:pt x="4604920" y="1517288"/>
                  <a:pt x="4593508" y="1527948"/>
                  <a:pt x="4579242" y="1535055"/>
                </a:cubicBezTo>
                <a:cubicBezTo>
                  <a:pt x="4776107" y="1538608"/>
                  <a:pt x="5383820" y="1574142"/>
                  <a:pt x="5278255" y="1609676"/>
                </a:cubicBezTo>
                <a:cubicBezTo>
                  <a:pt x="5418057" y="1698511"/>
                  <a:pt x="5623481" y="1609676"/>
                  <a:pt x="5771843" y="1630997"/>
                </a:cubicBezTo>
                <a:cubicBezTo>
                  <a:pt x="5925911" y="1652316"/>
                  <a:pt x="6171278" y="1719830"/>
                  <a:pt x="6105656" y="1748257"/>
                </a:cubicBezTo>
                <a:cubicBezTo>
                  <a:pt x="6031475" y="1780238"/>
                  <a:pt x="5766136" y="2146235"/>
                  <a:pt x="5691955" y="2167555"/>
                </a:cubicBezTo>
                <a:cubicBezTo>
                  <a:pt x="5606362" y="2188875"/>
                  <a:pt x="5589243" y="2217302"/>
                  <a:pt x="5475118" y="2348776"/>
                </a:cubicBezTo>
                <a:cubicBezTo>
                  <a:pt x="5398085" y="2437610"/>
                  <a:pt x="5709074" y="2238623"/>
                  <a:pt x="5826051" y="2291922"/>
                </a:cubicBezTo>
                <a:cubicBezTo>
                  <a:pt x="5868848" y="2309690"/>
                  <a:pt x="5552153" y="2554872"/>
                  <a:pt x="5552153" y="2597513"/>
                </a:cubicBezTo>
                <a:cubicBezTo>
                  <a:pt x="5549300" y="2640153"/>
                  <a:pt x="5577831" y="2647260"/>
                  <a:pt x="5603508" y="2647260"/>
                </a:cubicBezTo>
                <a:cubicBezTo>
                  <a:pt x="5660571" y="2647260"/>
                  <a:pt x="5640599" y="2686346"/>
                  <a:pt x="5700515" y="2679240"/>
                </a:cubicBezTo>
                <a:cubicBezTo>
                  <a:pt x="5523622" y="2800055"/>
                  <a:pt x="5418057" y="2778734"/>
                  <a:pt x="5246870" y="2888889"/>
                </a:cubicBezTo>
                <a:cubicBezTo>
                  <a:pt x="5164130" y="2942189"/>
                  <a:pt x="4921615" y="3119857"/>
                  <a:pt x="4836022" y="3169605"/>
                </a:cubicBezTo>
                <a:cubicBezTo>
                  <a:pt x="4801785" y="3187371"/>
                  <a:pt x="4758988" y="3173158"/>
                  <a:pt x="4736163" y="3233565"/>
                </a:cubicBezTo>
                <a:cubicBezTo>
                  <a:pt x="4770400" y="3279759"/>
                  <a:pt x="4816050" y="3254885"/>
                  <a:pt x="4853141" y="3233565"/>
                </a:cubicBezTo>
                <a:cubicBezTo>
                  <a:pt x="4944440" y="3176711"/>
                  <a:pt x="4935881" y="3190925"/>
                  <a:pt x="4944440" y="3226459"/>
                </a:cubicBezTo>
                <a:cubicBezTo>
                  <a:pt x="4972972" y="3350827"/>
                  <a:pt x="5044300" y="3308186"/>
                  <a:pt x="5109921" y="3283313"/>
                </a:cubicBezTo>
                <a:cubicBezTo>
                  <a:pt x="5303932" y="3208692"/>
                  <a:pt x="5500797" y="3215799"/>
                  <a:pt x="5694809" y="3141178"/>
                </a:cubicBezTo>
                <a:cubicBezTo>
                  <a:pt x="5714781" y="3134070"/>
                  <a:pt x="5612068" y="3283313"/>
                  <a:pt x="5566419" y="3301079"/>
                </a:cubicBezTo>
                <a:cubicBezTo>
                  <a:pt x="5515063" y="3322399"/>
                  <a:pt x="5452294" y="3311739"/>
                  <a:pt x="5415203" y="3397020"/>
                </a:cubicBezTo>
                <a:cubicBezTo>
                  <a:pt x="5477972" y="3414787"/>
                  <a:pt x="5552153" y="3372147"/>
                  <a:pt x="5612068" y="3432554"/>
                </a:cubicBezTo>
                <a:cubicBezTo>
                  <a:pt x="5469413" y="3528494"/>
                  <a:pt x="5329610" y="3535601"/>
                  <a:pt x="5206927" y="3599562"/>
                </a:cubicBezTo>
                <a:cubicBezTo>
                  <a:pt x="5192661" y="3706163"/>
                  <a:pt x="5272548" y="3663523"/>
                  <a:pt x="5301079" y="3723930"/>
                </a:cubicBezTo>
                <a:cubicBezTo>
                  <a:pt x="5072830" y="3844745"/>
                  <a:pt x="4564977" y="4232062"/>
                  <a:pt x="4507915" y="4306683"/>
                </a:cubicBezTo>
                <a:cubicBezTo>
                  <a:pt x="4390937" y="4463031"/>
                  <a:pt x="3900202" y="4562525"/>
                  <a:pt x="3982942" y="4587399"/>
                </a:cubicBezTo>
                <a:cubicBezTo>
                  <a:pt x="4051417" y="4608719"/>
                  <a:pt x="4119891" y="4587399"/>
                  <a:pt x="4185513" y="4541205"/>
                </a:cubicBezTo>
                <a:cubicBezTo>
                  <a:pt x="4291078" y="4466584"/>
                  <a:pt x="5010062" y="4523438"/>
                  <a:pt x="5212633" y="4455924"/>
                </a:cubicBezTo>
                <a:cubicBezTo>
                  <a:pt x="5241164" y="4445264"/>
                  <a:pt x="5283960" y="4409730"/>
                  <a:pt x="5312492" y="4473691"/>
                </a:cubicBezTo>
                <a:cubicBezTo>
                  <a:pt x="5098508" y="4704659"/>
                  <a:pt x="4833169" y="4654913"/>
                  <a:pt x="4596361" y="4818368"/>
                </a:cubicBezTo>
                <a:cubicBezTo>
                  <a:pt x="4684807" y="4917861"/>
                  <a:pt x="4776107" y="4907202"/>
                  <a:pt x="4873113" y="4885882"/>
                </a:cubicBezTo>
                <a:cubicBezTo>
                  <a:pt x="4895938" y="4878775"/>
                  <a:pt x="4930175" y="4871668"/>
                  <a:pt x="4935881" y="4914309"/>
                </a:cubicBezTo>
                <a:cubicBezTo>
                  <a:pt x="4941587" y="4967609"/>
                  <a:pt x="4898790" y="4978270"/>
                  <a:pt x="4873113" y="5003143"/>
                </a:cubicBezTo>
                <a:cubicBezTo>
                  <a:pt x="4833169" y="5038676"/>
                  <a:pt x="4773254" y="4999590"/>
                  <a:pt x="4721898" y="5095530"/>
                </a:cubicBezTo>
                <a:cubicBezTo>
                  <a:pt x="4873113" y="5067104"/>
                  <a:pt x="4998650" y="5020910"/>
                  <a:pt x="5132745" y="4949842"/>
                </a:cubicBezTo>
                <a:cubicBezTo>
                  <a:pt x="5121333" y="5006696"/>
                  <a:pt x="5081390" y="5035123"/>
                  <a:pt x="5101362" y="5081317"/>
                </a:cubicBezTo>
                <a:cubicBezTo>
                  <a:pt x="5118480" y="5116850"/>
                  <a:pt x="5164130" y="5131063"/>
                  <a:pt x="5138452" y="5198578"/>
                </a:cubicBezTo>
                <a:cubicBezTo>
                  <a:pt x="5067125" y="5273199"/>
                  <a:pt x="4967265" y="5258986"/>
                  <a:pt x="4904497" y="5362033"/>
                </a:cubicBezTo>
                <a:cubicBezTo>
                  <a:pt x="4818903" y="5507721"/>
                  <a:pt x="4684807" y="5564575"/>
                  <a:pt x="4579242" y="5674729"/>
                </a:cubicBezTo>
                <a:cubicBezTo>
                  <a:pt x="4545005" y="5713816"/>
                  <a:pt x="4313903" y="5841738"/>
                  <a:pt x="4253988" y="5884379"/>
                </a:cubicBezTo>
                <a:cubicBezTo>
                  <a:pt x="4168395" y="5944786"/>
                  <a:pt x="4071389" y="5966106"/>
                  <a:pt x="3985795" y="6069153"/>
                </a:cubicBezTo>
                <a:cubicBezTo>
                  <a:pt x="4065682" y="6086921"/>
                  <a:pt x="4134157" y="5990979"/>
                  <a:pt x="4231163" y="6030066"/>
                </a:cubicBezTo>
                <a:cubicBezTo>
                  <a:pt x="4074242" y="6133114"/>
                  <a:pt x="3931586" y="6182861"/>
                  <a:pt x="3814609" y="6317889"/>
                </a:cubicBezTo>
                <a:cubicBezTo>
                  <a:pt x="3800343" y="6335656"/>
                  <a:pt x="3771812" y="6332102"/>
                  <a:pt x="3751840" y="6339209"/>
                </a:cubicBezTo>
                <a:cubicBezTo>
                  <a:pt x="3529298" y="6406723"/>
                  <a:pt x="3309608" y="6467130"/>
                  <a:pt x="3089919" y="6563071"/>
                </a:cubicBezTo>
                <a:cubicBezTo>
                  <a:pt x="3041416" y="6584392"/>
                  <a:pt x="2955823" y="6595052"/>
                  <a:pt x="2961529" y="6662566"/>
                </a:cubicBezTo>
                <a:cubicBezTo>
                  <a:pt x="2972941" y="6765613"/>
                  <a:pt x="3055681" y="6687439"/>
                  <a:pt x="3107038" y="6673226"/>
                </a:cubicBezTo>
                <a:cubicBezTo>
                  <a:pt x="3269664" y="6634138"/>
                  <a:pt x="3432292" y="6570178"/>
                  <a:pt x="3594919" y="6591499"/>
                </a:cubicBezTo>
                <a:cubicBezTo>
                  <a:pt x="3483648" y="6637693"/>
                  <a:pt x="3372376" y="6680332"/>
                  <a:pt x="3261106" y="6726527"/>
                </a:cubicBezTo>
                <a:cubicBezTo>
                  <a:pt x="3386642" y="6705206"/>
                  <a:pt x="3495061" y="6786934"/>
                  <a:pt x="3620597" y="6740740"/>
                </a:cubicBezTo>
                <a:cubicBezTo>
                  <a:pt x="3660541" y="6726527"/>
                  <a:pt x="3700484" y="6765613"/>
                  <a:pt x="3703337" y="6826020"/>
                </a:cubicBezTo>
                <a:cubicBezTo>
                  <a:pt x="3706191" y="6847340"/>
                  <a:pt x="3700484" y="6865108"/>
                  <a:pt x="3689072" y="6879321"/>
                </a:cubicBezTo>
                <a:lnTo>
                  <a:pt x="0" y="6879321"/>
                </a:ln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C53818-8E3A-2AC6-0883-FCC032E871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95369" y="1981200"/>
            <a:ext cx="6419850" cy="4376738"/>
          </a:xfrm>
        </p:spPr>
        <p:txBody>
          <a:bodyPr>
            <a:no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road accidents automatically using AI-based techniques.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instant emergency alerts upon accident detection.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Share accurate accident location details with rescue services.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and manage accident records for future analysis.</a:t>
            </a:r>
          </a:p>
          <a:p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accident data to identify trends and improve decision-making.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 road safety by reducing rescue response time and improving emergency assistance.</a:t>
            </a:r>
          </a:p>
        </p:txBody>
      </p:sp>
    </p:spTree>
    <p:extLst>
      <p:ext uri="{BB962C8B-B14F-4D97-AF65-F5344CB8AC3E}">
        <p14:creationId xmlns:p14="http://schemas.microsoft.com/office/powerpoint/2010/main" val="32143918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2F68DC-8D02-4DAE-69BE-A5DD92FDCB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825" y="0"/>
            <a:ext cx="5334197" cy="1708242"/>
          </a:xfrm>
        </p:spPr>
        <p:txBody>
          <a:bodyPr anchor="ctr"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D57D82-88C9-A545-F26F-0603B0BF00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449" y="1400175"/>
            <a:ext cx="7039378" cy="4991100"/>
          </a:xfrm>
        </p:spPr>
        <p:txBody>
          <a:bodyPr anchor="ctr">
            <a:no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Emergency services often lack a mechanism to identify accidents immediately after they occur.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Critical information such as accident location and severity is not available in real time to rescue teams.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Manual monitoring of road incidents is inefficient and cannot cover all locations continuously.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Lack of automated communication between accident sites and emergency responders leads to operational delays.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Absence of centralized accident data collection makes it difficult to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patterns and improve road safety measures.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Therefore, there is a need for an intelligent system that can automatically detect accidents, assess the situation, and initiate rescue alerts without requiring human intervention.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08FD3CD-BD3A-8FB8-40AA-927E089AD6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188" b="24187"/>
          <a:stretch>
            <a:fillRect/>
          </a:stretch>
        </p:blipFill>
        <p:spPr>
          <a:xfrm>
            <a:off x="7534275" y="-10886"/>
            <a:ext cx="4657726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703982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0B9032-63AD-1BF4-A342-BA1C0FD23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Accident Reporting Systems</a:t>
            </a:r>
          </a:p>
        </p:txBody>
      </p:sp>
      <p:sp>
        <p:nvSpPr>
          <p:cNvPr id="12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0ED1ED-382E-DD15-9D94-3BD18E3DF5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493" y="2071316"/>
            <a:ext cx="6713552" cy="4119172"/>
          </a:xfrm>
        </p:spPr>
        <p:txBody>
          <a:bodyPr anchor="t">
            <a:normAutofit/>
          </a:bodyPr>
          <a:lstStyle/>
          <a:p>
            <a:r>
              <a:rPr lang="en-IN" sz="2000" dirty="0"/>
              <a:t>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Accident information is often reported manually, leading to delays in emergency response.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Rescue teams may not receive accurate details about the accident location and severity.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Communication between accident sites and emergency services can be slow and inefficient.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systems lack continuous monitoring and instant accident detection capabilities.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Accident data is not effectively stored or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identifying safety trends and risk zones.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absence of automation reduces the overall efficiency of rescue operations and road safety management.</a:t>
            </a:r>
          </a:p>
          <a:p>
            <a:endParaRPr lang="en-IN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20CA87-0D74-D154-2671-DAF6F8DA07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109" r="-1" b="37365"/>
          <a:stretch>
            <a:fillRect/>
          </a:stretch>
        </p:blipFill>
        <p:spPr>
          <a:xfrm>
            <a:off x="7649949" y="2669323"/>
            <a:ext cx="3941064" cy="2576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24425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0197" y="-1"/>
            <a:ext cx="678180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750010-45E1-CA28-0B5A-14D1A8C708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405685"/>
            <a:ext cx="11363325" cy="1559301"/>
          </a:xfrm>
        </p:spPr>
        <p:txBody>
          <a:bodyPr>
            <a:no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Accident Detection &amp; Rescue Alert System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51902C-F2CF-9BB0-1D49-0B6E7B8438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6" y="1837837"/>
            <a:ext cx="7502591" cy="4462078"/>
          </a:xfrm>
        </p:spPr>
        <p:txBody>
          <a:bodyPr anchor="ctr">
            <a:norm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(AI)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sensor data to automatically identify road accidents without human intervention.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Continuously monitors vehicle conditions and surroundings through a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monitoring system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Instantly generates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emergency rescue alerts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when an accident is detected, reducing response delays.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Automatically shares the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exact accident location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emergency services and registered contacts using GPS.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Maintains a centralized database to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accident records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future analysis and decision-making. </a:t>
            </a:r>
          </a:p>
          <a:p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collected data to improve emergency response strategies, enhance road safety, and reduce accident-related casualties. </a:t>
            </a:r>
          </a:p>
          <a:p>
            <a:endParaRPr lang="en-IN" sz="1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67CE892-520D-11CE-6686-0928225CC5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912" b="36000"/>
          <a:stretch>
            <a:fillRect/>
          </a:stretch>
        </p:blipFill>
        <p:spPr>
          <a:xfrm>
            <a:off x="8142384" y="2098306"/>
            <a:ext cx="3495862" cy="3667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76252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62DFD-9CCF-C968-6C9B-BC7AAD64B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/>
                <a:cs typeface="Times New Roman"/>
              </a:rPr>
              <a:t>Circuit Diagram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592C959-F10F-81F2-7912-1931C2C23F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4437" y="1690688"/>
            <a:ext cx="9763125" cy="466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96142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74B16E-33CF-8CD7-28C6-1982CD041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5873DC6-554C-FF29-73B3-5717CB0DA2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446" b="35090"/>
          <a:stretch>
            <a:fillRect/>
          </a:stretch>
        </p:blipFill>
        <p:spPr>
          <a:xfrm>
            <a:off x="6329801" y="1776578"/>
            <a:ext cx="5466761" cy="477814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BF41857-A153-AAEB-3FC3-F985E9B77B4B}"/>
              </a:ext>
            </a:extLst>
          </p:cNvPr>
          <p:cNvSpPr txBox="1"/>
          <p:nvPr/>
        </p:nvSpPr>
        <p:spPr>
          <a:xfrm>
            <a:off x="1595964" y="2041991"/>
            <a:ext cx="3344377" cy="4247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Vehicle/Sensor Data</a:t>
            </a:r>
          </a:p>
          <a:p>
            <a:r>
              <a:rPr lang="en-IN" dirty="0"/>
              <a:t>          ↓</a:t>
            </a:r>
          </a:p>
          <a:p>
            <a:r>
              <a:rPr lang="en-IN" dirty="0"/>
              <a:t>Python Processing</a:t>
            </a:r>
          </a:p>
          <a:p>
            <a:r>
              <a:rPr lang="en-IN" dirty="0"/>
              <a:t>          ↓</a:t>
            </a:r>
          </a:p>
          <a:p>
            <a:r>
              <a:rPr lang="en-IN" dirty="0"/>
              <a:t>AI Accident Detection</a:t>
            </a:r>
          </a:p>
          <a:p>
            <a:r>
              <a:rPr lang="en-IN" dirty="0"/>
              <a:t>          ↓</a:t>
            </a:r>
          </a:p>
          <a:p>
            <a:r>
              <a:rPr lang="en-IN" dirty="0"/>
              <a:t>Accident Confirmation</a:t>
            </a:r>
          </a:p>
          <a:p>
            <a:r>
              <a:rPr lang="en-IN" dirty="0"/>
              <a:t>          ↓</a:t>
            </a:r>
          </a:p>
          <a:p>
            <a:r>
              <a:rPr lang="en-IN" dirty="0"/>
              <a:t>Alert Generation</a:t>
            </a:r>
          </a:p>
          <a:p>
            <a:r>
              <a:rPr lang="en-IN" dirty="0"/>
              <a:t>          ↓</a:t>
            </a:r>
          </a:p>
          <a:p>
            <a:r>
              <a:rPr lang="en-IN" dirty="0"/>
              <a:t>GPS Location Sharing</a:t>
            </a:r>
          </a:p>
          <a:p>
            <a:r>
              <a:rPr lang="en-IN" dirty="0"/>
              <a:t>          ↓</a:t>
            </a:r>
          </a:p>
          <a:p>
            <a:r>
              <a:rPr lang="en-IN" dirty="0"/>
              <a:t>Emergency Services &amp; Contacts</a:t>
            </a:r>
          </a:p>
          <a:p>
            <a:r>
              <a:rPr lang="en-IN" dirty="0"/>
              <a:t>          ↓</a:t>
            </a:r>
          </a:p>
          <a:p>
            <a:r>
              <a:rPr lang="en-IN" dirty="0"/>
              <a:t>Database Storage</a:t>
            </a:r>
          </a:p>
        </p:txBody>
      </p:sp>
    </p:spTree>
    <p:extLst>
      <p:ext uri="{BB962C8B-B14F-4D97-AF65-F5344CB8AC3E}">
        <p14:creationId xmlns:p14="http://schemas.microsoft.com/office/powerpoint/2010/main" val="34033498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E6D153-A208-B0ED-D0E6-4210FD0D4D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IN" sz="40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89BE240-3CAF-A905-FBB5-5EFDDA72CA0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2087390"/>
              </p:ext>
            </p:extLst>
          </p:nvPr>
        </p:nvGraphicFramePr>
        <p:xfrm>
          <a:off x="720985" y="1451058"/>
          <a:ext cx="10927829" cy="46162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421278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908457-DAC9-5F3F-612C-EB3BCB683D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2" y="238126"/>
            <a:ext cx="8772525" cy="1708242"/>
          </a:xfrm>
        </p:spPr>
        <p:txBody>
          <a:bodyPr anchor="ctr">
            <a:normAutofit/>
          </a:bodyPr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 – AI-Based Accident Detection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E4BE4D-E1E4-19EC-605B-35704C5E94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1975" y="1447800"/>
            <a:ext cx="7829549" cy="4792279"/>
          </a:xfrm>
        </p:spPr>
        <p:txBody>
          <a:bodyPr anchor="ctr">
            <a:norm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Continuously monitors traffic using cameras and sensors placed on roads.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Detects accidents automatically by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vehicle movements and collision patterns.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Identifies unusual events such as sudden stops, rollovers, or vehicle crashes.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Determines the severity of the accident based on the impact and damage indicators.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Records important information such as accident time and location.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Sends the detected accident details to the rescue alert system for immediate action. </a:t>
            </a:r>
          </a:p>
          <a:p>
            <a:endParaRPr lang="en-IN" sz="17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F858CA8-2EF1-F668-13AB-93EE09DC192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506" r="21811" b="-1"/>
          <a:stretch>
            <a:fillRect/>
          </a:stretch>
        </p:blipFill>
        <p:spPr>
          <a:xfrm>
            <a:off x="8391525" y="1543050"/>
            <a:ext cx="3686176" cy="4038600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618666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1908E-3FEA-0400-F539-1BC450783A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5" y="698500"/>
            <a:ext cx="10515600" cy="1325563"/>
          </a:xfrm>
        </p:spPr>
        <p:txBody>
          <a:bodyPr/>
          <a:lstStyle/>
          <a:p>
            <a:pPr algn="ctr"/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Module 2 – Automated Rescue Alert and Emergency Response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79A548-7B68-0A78-ADCF-BB13D14C5B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2197099"/>
            <a:ext cx="7667625" cy="4351338"/>
          </a:xfrm>
        </p:spPr>
        <p:txBody>
          <a:bodyPr>
            <a:norm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Receives accident information immediately after it is detected by the AI system.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Retrieves the exact accident location using GPS for accurate emergency assistance.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Automatically generates and sends alerts to nearby ambulance services, hospitals, and police stations.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Notifies the victim's registered emergency contacts through SMS or mobile notifications.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real-time updates on rescue team dispatch and response status.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faster emergency response, reducing delays and improving victim safety. </a:t>
            </a:r>
          </a:p>
          <a:p>
            <a:endParaRPr lang="en-IN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131379A5-88C1-61DA-7F59-8267337D87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8362950" y="2571750"/>
            <a:ext cx="3535633" cy="3298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61643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9AA84-9288-FDC8-60C6-88114FF25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528E62-9743-5123-23FC-143A74B47F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fast and automatic accident detection. 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emergency response time through instant alerts. 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Shares accurate GPS location with rescue services. 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victim safety and survival chances.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Maintains accident records for future analysis. 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data-driven decision making for road safety improvements.</a:t>
            </a:r>
          </a:p>
        </p:txBody>
      </p:sp>
    </p:spTree>
    <p:extLst>
      <p:ext uri="{BB962C8B-B14F-4D97-AF65-F5344CB8AC3E}">
        <p14:creationId xmlns:p14="http://schemas.microsoft.com/office/powerpoint/2010/main" val="35783352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0D720-E8CD-E51F-24A4-F7149F4C9A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3A3FA5-1E94-ADB0-365D-2771B5EB88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effectively detects road accidents using AI and Python-based technologies.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rescue alerts help emergency services respond quickly to accident situations.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GPS-based location sharing enables faster assistance and improves victim safety. 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Accident data can be stored and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identify trends and improve road safety measures. 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the system offers a reliable, efficient, and cost-effective solution for accident detection and emergency response.</a:t>
            </a:r>
          </a:p>
        </p:txBody>
      </p:sp>
    </p:spTree>
    <p:extLst>
      <p:ext uri="{BB962C8B-B14F-4D97-AF65-F5344CB8AC3E}">
        <p14:creationId xmlns:p14="http://schemas.microsoft.com/office/powerpoint/2010/main" val="31576222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79C71F-814A-F9B9-E76D-8AB0056686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N" sz="540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CB1547-7837-E0DD-A0A4-B2460F23A9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Sadaf Ayesha, Aqsa Aslam, Muhammad Hassan Zaheer, and Muhammad Burhan Khan,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"CIRS: A Multi-Agent Machine Learning Framework for Real-Time Accident Detection and Emergency Response,"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Sensors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25, no. 18, 2025. P. Madhavi Latha, T. Lakshmi Naveena, T. Kavya Sri, and P. Sujana,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"Smart Shield – Accident Detection and Alert System,"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Research Journal on Advanced Engineering Hub (IRJAEH)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2, no. 9, pp. 2342–2348, 2024. Raju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Thommandru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Borugadda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Swaroopa Ran,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"IoT Based Automatic Vehicle Accident Detection and Rescue System,"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Journal for Modern Trends in Science and Technology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10, no. 3, pp. 94–99, 2025.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"Automatic Accident Detection System Using IoT Compared to the Systems that a Traffic Centre Uses for Accident Detection,"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Procedia Computer Science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231, pp. 16–23, 2024. </a:t>
            </a:r>
          </a:p>
        </p:txBody>
      </p:sp>
    </p:spTree>
    <p:extLst>
      <p:ext uri="{BB962C8B-B14F-4D97-AF65-F5344CB8AC3E}">
        <p14:creationId xmlns:p14="http://schemas.microsoft.com/office/powerpoint/2010/main" val="38184608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414</TotalTime>
  <Words>1283</Words>
  <Application>Microsoft Office PowerPoint</Application>
  <PresentationFormat>Widescreen</PresentationFormat>
  <Paragraphs>129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Aptos</vt:lpstr>
      <vt:lpstr>Aptos Display</vt:lpstr>
      <vt:lpstr>Aptos Narrow</vt:lpstr>
      <vt:lpstr>Arial</vt:lpstr>
      <vt:lpstr>Times New Roman</vt:lpstr>
      <vt:lpstr>Office Theme</vt:lpstr>
      <vt:lpstr>Capstone Project   AI-Powered Road Accident Detection and Automated Rescue Alert System</vt:lpstr>
      <vt:lpstr>Agenda</vt:lpstr>
      <vt:lpstr>Introduction </vt:lpstr>
      <vt:lpstr>PowerPoint Presentation</vt:lpstr>
      <vt:lpstr> Objectives</vt:lpstr>
      <vt:lpstr>Problem Statement</vt:lpstr>
      <vt:lpstr>Traditional Accident Reporting Systems</vt:lpstr>
      <vt:lpstr>Smart Accident Detection &amp; Rescue Alert System </vt:lpstr>
      <vt:lpstr>Circuit Diagram</vt:lpstr>
      <vt:lpstr>System Architecture</vt:lpstr>
      <vt:lpstr>Technologies Used</vt:lpstr>
      <vt:lpstr>Module 1 – AI-Based Accident Detection</vt:lpstr>
      <vt:lpstr>Module 2 – Automated Rescue Alert and Emergency Response</vt:lpstr>
      <vt:lpstr>Advantages</vt:lpstr>
      <vt:lpstr>Conclusion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Tejaswi K</dc:creator>
  <cp:lastModifiedBy>Tejaswi K</cp:lastModifiedBy>
  <cp:revision>4</cp:revision>
  <dcterms:created xsi:type="dcterms:W3CDTF">2026-06-18T13:17:32Z</dcterms:created>
  <dcterms:modified xsi:type="dcterms:W3CDTF">2026-06-25T06:20:45Z</dcterms:modified>
</cp:coreProperties>
</file>